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56B"/>
    <a:srgbClr val="00143F"/>
    <a:srgbClr val="F7F7F7"/>
    <a:srgbClr val="E9EAEF"/>
    <a:srgbClr val="001E54"/>
    <a:srgbClr val="00092C"/>
    <a:srgbClr val="E2ECF2"/>
    <a:srgbClr val="F1F1F6"/>
    <a:srgbClr val="FFAD3E"/>
    <a:srgbClr val="242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80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0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3D968-523F-4FB1-A86E-84154474D4B4}" type="datetimeFigureOut">
              <a:rPr lang="en-ID" smtClean="0"/>
              <a:t>09/11/25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CC9F2-326A-4C13-941F-0E7A5EBA77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837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A5C4359-25EC-739A-7D4B-ACABBC84166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Graphic 19">
            <a:extLst>
              <a:ext uri="{FF2B5EF4-FFF2-40B4-BE49-F238E27FC236}">
                <a16:creationId xmlns:a16="http://schemas.microsoft.com/office/drawing/2014/main" id="{B643F62A-DF22-6F32-4803-910E47AFED7B}"/>
              </a:ext>
            </a:extLst>
          </p:cNvPr>
          <p:cNvSpPr/>
          <p:nvPr/>
        </p:nvSpPr>
        <p:spPr>
          <a:xfrm flipH="1">
            <a:off x="-13" y="3549904"/>
            <a:ext cx="12192013" cy="3307946"/>
          </a:xfrm>
          <a:custGeom>
            <a:avLst/>
            <a:gdLst>
              <a:gd name="connsiteX0" fmla="*/ 3853499 w 12192013"/>
              <a:gd name="connsiteY0" fmla="*/ 2935468 h 3307946"/>
              <a:gd name="connsiteX1" fmla="*/ 3849936 w 12192013"/>
              <a:gd name="connsiteY1" fmla="*/ 2927855 h 3307946"/>
              <a:gd name="connsiteX2" fmla="*/ 3848622 w 12192013"/>
              <a:gd name="connsiteY2" fmla="*/ 2926852 h 3307946"/>
              <a:gd name="connsiteX3" fmla="*/ 3853499 w 12192013"/>
              <a:gd name="connsiteY3" fmla="*/ 2935481 h 3307946"/>
              <a:gd name="connsiteX4" fmla="*/ 3777204 w 12192013"/>
              <a:gd name="connsiteY4" fmla="*/ 2769196 h 3307946"/>
              <a:gd name="connsiteX5" fmla="*/ 3836077 w 12192013"/>
              <a:gd name="connsiteY5" fmla="*/ 2904622 h 3307946"/>
              <a:gd name="connsiteX6" fmla="*/ 3841225 w 12192013"/>
              <a:gd name="connsiteY6" fmla="*/ 2908889 h 3307946"/>
              <a:gd name="connsiteX7" fmla="*/ 3803755 w 12192013"/>
              <a:gd name="connsiteY7" fmla="*/ 2822299 h 3307946"/>
              <a:gd name="connsiteX8" fmla="*/ 3777204 w 12192013"/>
              <a:gd name="connsiteY8" fmla="*/ 2769196 h 3307946"/>
              <a:gd name="connsiteX9" fmla="*/ 3726079 w 12192013"/>
              <a:gd name="connsiteY9" fmla="*/ 2629313 h 3307946"/>
              <a:gd name="connsiteX10" fmla="*/ 3749176 w 12192013"/>
              <a:gd name="connsiteY10" fmla="*/ 2694771 h 3307946"/>
              <a:gd name="connsiteX11" fmla="*/ 3764957 w 12192013"/>
              <a:gd name="connsiteY11" fmla="*/ 2725373 h 3307946"/>
              <a:gd name="connsiteX12" fmla="*/ 3741495 w 12192013"/>
              <a:gd name="connsiteY12" fmla="*/ 2664291 h 3307946"/>
              <a:gd name="connsiteX13" fmla="*/ 3726079 w 12192013"/>
              <a:gd name="connsiteY13" fmla="*/ 2629313 h 3307946"/>
              <a:gd name="connsiteX14" fmla="*/ 3793744 w 12192013"/>
              <a:gd name="connsiteY14" fmla="*/ 2849216 h 3307946"/>
              <a:gd name="connsiteX15" fmla="*/ 3810136 w 12192013"/>
              <a:gd name="connsiteY15" fmla="*/ 2880997 h 3307946"/>
              <a:gd name="connsiteX16" fmla="*/ 3814741 w 12192013"/>
              <a:gd name="connsiteY16" fmla="*/ 2885454 h 3307946"/>
              <a:gd name="connsiteX17" fmla="*/ 3793744 w 12192013"/>
              <a:gd name="connsiteY17" fmla="*/ 2849216 h 3307946"/>
              <a:gd name="connsiteX18" fmla="*/ 3707140 w 12192013"/>
              <a:gd name="connsiteY18" fmla="*/ 2634664 h 3307946"/>
              <a:gd name="connsiteX19" fmla="*/ 3759810 w 12192013"/>
              <a:gd name="connsiteY19" fmla="*/ 2774981 h 3307946"/>
              <a:gd name="connsiteX20" fmla="*/ 3791075 w 12192013"/>
              <a:gd name="connsiteY20" fmla="*/ 2827081 h 3307946"/>
              <a:gd name="connsiteX21" fmla="*/ 3740899 w 12192013"/>
              <a:gd name="connsiteY21" fmla="*/ 2698185 h 3307946"/>
              <a:gd name="connsiteX22" fmla="*/ 3707140 w 12192013"/>
              <a:gd name="connsiteY22" fmla="*/ 2634664 h 3307946"/>
              <a:gd name="connsiteX23" fmla="*/ 3661407 w 12192013"/>
              <a:gd name="connsiteY23" fmla="*/ 2488861 h 3307946"/>
              <a:gd name="connsiteX24" fmla="*/ 3692185 w 12192013"/>
              <a:gd name="connsiteY24" fmla="*/ 2589161 h 3307946"/>
              <a:gd name="connsiteX25" fmla="*/ 3720565 w 12192013"/>
              <a:gd name="connsiteY25" fmla="*/ 2640679 h 3307946"/>
              <a:gd name="connsiteX26" fmla="*/ 3688974 w 12192013"/>
              <a:gd name="connsiteY26" fmla="*/ 2547193 h 3307946"/>
              <a:gd name="connsiteX27" fmla="*/ 3661407 w 12192013"/>
              <a:gd name="connsiteY27" fmla="*/ 2488848 h 3307946"/>
              <a:gd name="connsiteX28" fmla="*/ 3627933 w 12192013"/>
              <a:gd name="connsiteY28" fmla="*/ 2372468 h 3307946"/>
              <a:gd name="connsiteX29" fmla="*/ 3647047 w 12192013"/>
              <a:gd name="connsiteY29" fmla="*/ 2439565 h 3307946"/>
              <a:gd name="connsiteX30" fmla="*/ 3666405 w 12192013"/>
              <a:gd name="connsiteY30" fmla="*/ 2478729 h 3307946"/>
              <a:gd name="connsiteX31" fmla="*/ 3665322 w 12192013"/>
              <a:gd name="connsiteY31" fmla="*/ 2475410 h 3307946"/>
              <a:gd name="connsiteX32" fmla="*/ 3645625 w 12192013"/>
              <a:gd name="connsiteY32" fmla="*/ 2415560 h 3307946"/>
              <a:gd name="connsiteX33" fmla="*/ 3627947 w 12192013"/>
              <a:gd name="connsiteY33" fmla="*/ 2372468 h 3307946"/>
              <a:gd name="connsiteX34" fmla="*/ 3512095 w 12192013"/>
              <a:gd name="connsiteY34" fmla="*/ 2034913 h 3307946"/>
              <a:gd name="connsiteX35" fmla="*/ 3494810 w 12192013"/>
              <a:gd name="connsiteY35" fmla="*/ 1968886 h 3307946"/>
              <a:gd name="connsiteX36" fmla="*/ 3476657 w 12192013"/>
              <a:gd name="connsiteY36" fmla="*/ 1920633 h 3307946"/>
              <a:gd name="connsiteX37" fmla="*/ 3491193 w 12192013"/>
              <a:gd name="connsiteY37" fmla="*/ 1990723 h 3307946"/>
              <a:gd name="connsiteX38" fmla="*/ 3512095 w 12192013"/>
              <a:gd name="connsiteY38" fmla="*/ 2034913 h 3307946"/>
              <a:gd name="connsiteX39" fmla="*/ 3546450 w 12192013"/>
              <a:gd name="connsiteY39" fmla="*/ 2174470 h 3307946"/>
              <a:gd name="connsiteX40" fmla="*/ 3524938 w 12192013"/>
              <a:gd name="connsiteY40" fmla="*/ 2086065 h 3307946"/>
              <a:gd name="connsiteX41" fmla="*/ 3498535 w 12192013"/>
              <a:gd name="connsiteY41" fmla="*/ 2026893 h 3307946"/>
              <a:gd name="connsiteX42" fmla="*/ 3508153 w 12192013"/>
              <a:gd name="connsiteY42" fmla="*/ 2074672 h 3307946"/>
              <a:gd name="connsiteX43" fmla="*/ 3517379 w 12192013"/>
              <a:gd name="connsiteY43" fmla="*/ 2120555 h 3307946"/>
              <a:gd name="connsiteX44" fmla="*/ 3546463 w 12192013"/>
              <a:gd name="connsiteY44" fmla="*/ 2174470 h 3307946"/>
              <a:gd name="connsiteX45" fmla="*/ 3580831 w 12192013"/>
              <a:gd name="connsiteY45" fmla="*/ 2316846 h 3307946"/>
              <a:gd name="connsiteX46" fmla="*/ 3555512 w 12192013"/>
              <a:gd name="connsiteY46" fmla="*/ 2212225 h 3307946"/>
              <a:gd name="connsiteX47" fmla="*/ 3523326 w 12192013"/>
              <a:gd name="connsiteY47" fmla="*/ 2149964 h 3307946"/>
              <a:gd name="connsiteX48" fmla="*/ 3546395 w 12192013"/>
              <a:gd name="connsiteY48" fmla="*/ 2260126 h 3307946"/>
              <a:gd name="connsiteX49" fmla="*/ 3580818 w 12192013"/>
              <a:gd name="connsiteY49" fmla="*/ 2316859 h 3307946"/>
              <a:gd name="connsiteX50" fmla="*/ 3620347 w 12192013"/>
              <a:gd name="connsiteY50" fmla="*/ 2469449 h 3307946"/>
              <a:gd name="connsiteX51" fmla="*/ 3588702 w 12192013"/>
              <a:gd name="connsiteY51" fmla="*/ 2348694 h 3307946"/>
              <a:gd name="connsiteX52" fmla="*/ 3552166 w 12192013"/>
              <a:gd name="connsiteY52" fmla="*/ 2286325 h 3307946"/>
              <a:gd name="connsiteX53" fmla="*/ 3582565 w 12192013"/>
              <a:gd name="connsiteY53" fmla="*/ 2413000 h 3307946"/>
              <a:gd name="connsiteX54" fmla="*/ 3620347 w 12192013"/>
              <a:gd name="connsiteY54" fmla="*/ 2469449 h 3307946"/>
              <a:gd name="connsiteX55" fmla="*/ 3675048 w 12192013"/>
              <a:gd name="connsiteY55" fmla="*/ 2643984 h 3307946"/>
              <a:gd name="connsiteX56" fmla="*/ 3628827 w 12192013"/>
              <a:gd name="connsiteY56" fmla="*/ 2499536 h 3307946"/>
              <a:gd name="connsiteX57" fmla="*/ 3589460 w 12192013"/>
              <a:gd name="connsiteY57" fmla="*/ 2438847 h 3307946"/>
              <a:gd name="connsiteX58" fmla="*/ 3637605 w 12192013"/>
              <a:gd name="connsiteY58" fmla="*/ 2591572 h 3307946"/>
              <a:gd name="connsiteX59" fmla="*/ 3675048 w 12192013"/>
              <a:gd name="connsiteY59" fmla="*/ 2643971 h 3307946"/>
              <a:gd name="connsiteX60" fmla="*/ 3742362 w 12192013"/>
              <a:gd name="connsiteY60" fmla="*/ 2800394 h 3307946"/>
              <a:gd name="connsiteX61" fmla="*/ 3688270 w 12192013"/>
              <a:gd name="connsiteY61" fmla="*/ 2679314 h 3307946"/>
              <a:gd name="connsiteX62" fmla="*/ 3649960 w 12192013"/>
              <a:gd name="connsiteY62" fmla="*/ 2623813 h 3307946"/>
              <a:gd name="connsiteX63" fmla="*/ 3742362 w 12192013"/>
              <a:gd name="connsiteY63" fmla="*/ 2800394 h 3307946"/>
              <a:gd name="connsiteX64" fmla="*/ 3838543 w 12192013"/>
              <a:gd name="connsiteY64" fmla="*/ 2930429 h 3307946"/>
              <a:gd name="connsiteX65" fmla="*/ 3839166 w 12192013"/>
              <a:gd name="connsiteY65" fmla="*/ 2931160 h 3307946"/>
              <a:gd name="connsiteX66" fmla="*/ 3829291 w 12192013"/>
              <a:gd name="connsiteY66" fmla="*/ 2911368 h 3307946"/>
              <a:gd name="connsiteX67" fmla="*/ 3825037 w 12192013"/>
              <a:gd name="connsiteY67" fmla="*/ 2907724 h 3307946"/>
              <a:gd name="connsiteX68" fmla="*/ 3838543 w 12192013"/>
              <a:gd name="connsiteY68" fmla="*/ 2930429 h 3307946"/>
              <a:gd name="connsiteX69" fmla="*/ 3713995 w 12192013"/>
              <a:gd name="connsiteY69" fmla="*/ 2718559 h 3307946"/>
              <a:gd name="connsiteX70" fmla="*/ 3781322 w 12192013"/>
              <a:gd name="connsiteY70" fmla="*/ 2850463 h 3307946"/>
              <a:gd name="connsiteX71" fmla="*/ 3787824 w 12192013"/>
              <a:gd name="connsiteY71" fmla="*/ 2857791 h 3307946"/>
              <a:gd name="connsiteX72" fmla="*/ 3751411 w 12192013"/>
              <a:gd name="connsiteY72" fmla="*/ 2778327 h 3307946"/>
              <a:gd name="connsiteX73" fmla="*/ 3713995 w 12192013"/>
              <a:gd name="connsiteY73" fmla="*/ 2718559 h 3307946"/>
              <a:gd name="connsiteX74" fmla="*/ 3646817 w 12192013"/>
              <a:gd name="connsiteY74" fmla="*/ 2528946 h 3307946"/>
              <a:gd name="connsiteX75" fmla="*/ 3696601 w 12192013"/>
              <a:gd name="connsiteY75" fmla="*/ 2675684 h 3307946"/>
              <a:gd name="connsiteX76" fmla="*/ 3732093 w 12192013"/>
              <a:gd name="connsiteY76" fmla="*/ 2730317 h 3307946"/>
              <a:gd name="connsiteX77" fmla="*/ 3683908 w 12192013"/>
              <a:gd name="connsiteY77" fmla="*/ 2592629 h 3307946"/>
              <a:gd name="connsiteX78" fmla="*/ 3646831 w 12192013"/>
              <a:gd name="connsiteY78" fmla="*/ 2528946 h 3307946"/>
              <a:gd name="connsiteX79" fmla="*/ 3605771 w 12192013"/>
              <a:gd name="connsiteY79" fmla="*/ 2379675 h 3307946"/>
              <a:gd name="connsiteX80" fmla="*/ 3637118 w 12192013"/>
              <a:gd name="connsiteY80" fmla="*/ 2495987 h 3307946"/>
              <a:gd name="connsiteX81" fmla="*/ 3671377 w 12192013"/>
              <a:gd name="connsiteY81" fmla="*/ 2552856 h 3307946"/>
              <a:gd name="connsiteX82" fmla="*/ 3638703 w 12192013"/>
              <a:gd name="connsiteY82" fmla="*/ 2442857 h 3307946"/>
              <a:gd name="connsiteX83" fmla="*/ 3605771 w 12192013"/>
              <a:gd name="connsiteY83" fmla="*/ 2379675 h 3307946"/>
              <a:gd name="connsiteX84" fmla="*/ 3573814 w 12192013"/>
              <a:gd name="connsiteY84" fmla="*/ 2250074 h 3307946"/>
              <a:gd name="connsiteX85" fmla="*/ 3597087 w 12192013"/>
              <a:gd name="connsiteY85" fmla="*/ 2345321 h 3307946"/>
              <a:gd name="connsiteX86" fmla="*/ 3626145 w 12192013"/>
              <a:gd name="connsiteY86" fmla="*/ 2398912 h 3307946"/>
              <a:gd name="connsiteX87" fmla="*/ 3610322 w 12192013"/>
              <a:gd name="connsiteY87" fmla="*/ 2342937 h 3307946"/>
              <a:gd name="connsiteX88" fmla="*/ 3600799 w 12192013"/>
              <a:gd name="connsiteY88" fmla="*/ 2309192 h 3307946"/>
              <a:gd name="connsiteX89" fmla="*/ 3573814 w 12192013"/>
              <a:gd name="connsiteY89" fmla="*/ 2250074 h 3307946"/>
              <a:gd name="connsiteX90" fmla="*/ 3547425 w 12192013"/>
              <a:gd name="connsiteY90" fmla="*/ 2140346 h 3307946"/>
              <a:gd name="connsiteX91" fmla="*/ 3563667 w 12192013"/>
              <a:gd name="connsiteY91" fmla="*/ 2207863 h 3307946"/>
              <a:gd name="connsiteX92" fmla="*/ 3563952 w 12192013"/>
              <a:gd name="connsiteY92" fmla="*/ 2209055 h 3307946"/>
              <a:gd name="connsiteX93" fmla="*/ 3584367 w 12192013"/>
              <a:gd name="connsiteY93" fmla="*/ 2251470 h 3307946"/>
              <a:gd name="connsiteX94" fmla="*/ 3565510 w 12192013"/>
              <a:gd name="connsiteY94" fmla="*/ 2186662 h 3307946"/>
              <a:gd name="connsiteX95" fmla="*/ 3547425 w 12192013"/>
              <a:gd name="connsiteY95" fmla="*/ 2140360 h 3307946"/>
              <a:gd name="connsiteX96" fmla="*/ 3532375 w 12192013"/>
              <a:gd name="connsiteY96" fmla="*/ 2078939 h 3307946"/>
              <a:gd name="connsiteX97" fmla="*/ 3533431 w 12192013"/>
              <a:gd name="connsiteY97" fmla="*/ 2083166 h 3307946"/>
              <a:gd name="connsiteX98" fmla="*/ 3534651 w 12192013"/>
              <a:gd name="connsiteY98" fmla="*/ 2086024 h 3307946"/>
              <a:gd name="connsiteX99" fmla="*/ 3532375 w 12192013"/>
              <a:gd name="connsiteY99" fmla="*/ 2078939 h 3307946"/>
              <a:gd name="connsiteX100" fmla="*/ 3462935 w 12192013"/>
              <a:gd name="connsiteY100" fmla="*/ 1857289 h 3307946"/>
              <a:gd name="connsiteX101" fmla="*/ 3465563 w 12192013"/>
              <a:gd name="connsiteY101" fmla="*/ 1869115 h 3307946"/>
              <a:gd name="connsiteX102" fmla="*/ 3468949 w 12192013"/>
              <a:gd name="connsiteY102" fmla="*/ 1877284 h 3307946"/>
              <a:gd name="connsiteX103" fmla="*/ 3462935 w 12192013"/>
              <a:gd name="connsiteY103" fmla="*/ 1857289 h 3307946"/>
              <a:gd name="connsiteX104" fmla="*/ 7248889 w 12192013"/>
              <a:gd name="connsiteY104" fmla="*/ 3307933 h 3307946"/>
              <a:gd name="connsiteX105" fmla="*/ 7270970 w 12192013"/>
              <a:gd name="connsiteY105" fmla="*/ 3307933 h 3307946"/>
              <a:gd name="connsiteX106" fmla="*/ 7538951 w 12192013"/>
              <a:gd name="connsiteY106" fmla="*/ 3307933 h 3307946"/>
              <a:gd name="connsiteX107" fmla="*/ 7561776 w 12192013"/>
              <a:gd name="connsiteY107" fmla="*/ 3307933 h 3307946"/>
              <a:gd name="connsiteX108" fmla="*/ 7248875 w 12192013"/>
              <a:gd name="connsiteY108" fmla="*/ 3307933 h 3307946"/>
              <a:gd name="connsiteX109" fmla="*/ 7019991 w 12192013"/>
              <a:gd name="connsiteY109" fmla="*/ 3307933 h 3307946"/>
              <a:gd name="connsiteX110" fmla="*/ 7033917 w 12192013"/>
              <a:gd name="connsiteY110" fmla="*/ 3307933 h 3307946"/>
              <a:gd name="connsiteX111" fmla="*/ 7113152 w 12192013"/>
              <a:gd name="connsiteY111" fmla="*/ 3250306 h 3307946"/>
              <a:gd name="connsiteX112" fmla="*/ 7612441 w 12192013"/>
              <a:gd name="connsiteY112" fmla="*/ 3307933 h 3307946"/>
              <a:gd name="connsiteX113" fmla="*/ 7626800 w 12192013"/>
              <a:gd name="connsiteY113" fmla="*/ 3307933 h 3307946"/>
              <a:gd name="connsiteX114" fmla="*/ 7108464 w 12192013"/>
              <a:gd name="connsiteY114" fmla="*/ 3242693 h 3307946"/>
              <a:gd name="connsiteX115" fmla="*/ 7019991 w 12192013"/>
              <a:gd name="connsiteY115" fmla="*/ 3307933 h 3307946"/>
              <a:gd name="connsiteX116" fmla="*/ 6833576 w 12192013"/>
              <a:gd name="connsiteY116" fmla="*/ 3307933 h 3307946"/>
              <a:gd name="connsiteX117" fmla="*/ 6845944 w 12192013"/>
              <a:gd name="connsiteY117" fmla="*/ 3307933 h 3307946"/>
              <a:gd name="connsiteX118" fmla="*/ 7012920 w 12192013"/>
              <a:gd name="connsiteY118" fmla="*/ 3164000 h 3307946"/>
              <a:gd name="connsiteX119" fmla="*/ 7641661 w 12192013"/>
              <a:gd name="connsiteY119" fmla="*/ 3307933 h 3307946"/>
              <a:gd name="connsiteX120" fmla="*/ 7654463 w 12192013"/>
              <a:gd name="connsiteY120" fmla="*/ 3307933 h 3307946"/>
              <a:gd name="connsiteX121" fmla="*/ 7008083 w 12192013"/>
              <a:gd name="connsiteY121" fmla="*/ 3156523 h 3307946"/>
              <a:gd name="connsiteX122" fmla="*/ 6833576 w 12192013"/>
              <a:gd name="connsiteY122" fmla="*/ 3307933 h 3307946"/>
              <a:gd name="connsiteX123" fmla="*/ 6661723 w 12192013"/>
              <a:gd name="connsiteY123" fmla="*/ 3307933 h 3307946"/>
              <a:gd name="connsiteX124" fmla="*/ 6673522 w 12192013"/>
              <a:gd name="connsiteY124" fmla="*/ 3307933 h 3307946"/>
              <a:gd name="connsiteX125" fmla="*/ 6912620 w 12192013"/>
              <a:gd name="connsiteY125" fmla="*/ 3078074 h 3307946"/>
              <a:gd name="connsiteX126" fmla="*/ 7660112 w 12192013"/>
              <a:gd name="connsiteY126" fmla="*/ 3307933 h 3307946"/>
              <a:gd name="connsiteX127" fmla="*/ 7672290 w 12192013"/>
              <a:gd name="connsiteY127" fmla="*/ 3307933 h 3307946"/>
              <a:gd name="connsiteX128" fmla="*/ 6907581 w 12192013"/>
              <a:gd name="connsiteY128" fmla="*/ 3070704 h 3307946"/>
              <a:gd name="connsiteX129" fmla="*/ 6661736 w 12192013"/>
              <a:gd name="connsiteY129" fmla="*/ 3307933 h 3307946"/>
              <a:gd name="connsiteX130" fmla="*/ 6496684 w 12192013"/>
              <a:gd name="connsiteY130" fmla="*/ 3307933 h 3307946"/>
              <a:gd name="connsiteX131" fmla="*/ 6508266 w 12192013"/>
              <a:gd name="connsiteY131" fmla="*/ 3307933 h 3307946"/>
              <a:gd name="connsiteX132" fmla="*/ 6812199 w 12192013"/>
              <a:gd name="connsiteY132" fmla="*/ 2992486 h 3307946"/>
              <a:gd name="connsiteX133" fmla="*/ 7675623 w 12192013"/>
              <a:gd name="connsiteY133" fmla="*/ 3307933 h 3307946"/>
              <a:gd name="connsiteX134" fmla="*/ 7687571 w 12192013"/>
              <a:gd name="connsiteY134" fmla="*/ 3307933 h 3307946"/>
              <a:gd name="connsiteX135" fmla="*/ 6806997 w 12192013"/>
              <a:gd name="connsiteY135" fmla="*/ 2985238 h 3307946"/>
              <a:gd name="connsiteX136" fmla="*/ 6496670 w 12192013"/>
              <a:gd name="connsiteY136" fmla="*/ 3307933 h 3307946"/>
              <a:gd name="connsiteX137" fmla="*/ 6334435 w 12192013"/>
              <a:gd name="connsiteY137" fmla="*/ 3307933 h 3307946"/>
              <a:gd name="connsiteX138" fmla="*/ 6346017 w 12192013"/>
              <a:gd name="connsiteY138" fmla="*/ 3307933 h 3307946"/>
              <a:gd name="connsiteX139" fmla="*/ 6412857 w 12192013"/>
              <a:gd name="connsiteY139" fmla="*/ 3226247 h 3307946"/>
              <a:gd name="connsiteX140" fmla="*/ 6711723 w 12192013"/>
              <a:gd name="connsiteY140" fmla="*/ 2907278 h 3307946"/>
              <a:gd name="connsiteX141" fmla="*/ 7691974 w 12192013"/>
              <a:gd name="connsiteY141" fmla="*/ 3307933 h 3307946"/>
              <a:gd name="connsiteX142" fmla="*/ 7703854 w 12192013"/>
              <a:gd name="connsiteY142" fmla="*/ 3307933 h 3307946"/>
              <a:gd name="connsiteX143" fmla="*/ 6706386 w 12192013"/>
              <a:gd name="connsiteY143" fmla="*/ 2900138 h 3307946"/>
              <a:gd name="connsiteX144" fmla="*/ 6405948 w 12192013"/>
              <a:gd name="connsiteY144" fmla="*/ 3220598 h 3307946"/>
              <a:gd name="connsiteX145" fmla="*/ 6334448 w 12192013"/>
              <a:gd name="connsiteY145" fmla="*/ 3307920 h 3307946"/>
              <a:gd name="connsiteX146" fmla="*/ 6172078 w 12192013"/>
              <a:gd name="connsiteY146" fmla="*/ 3307933 h 3307946"/>
              <a:gd name="connsiteX147" fmla="*/ 6183837 w 12192013"/>
              <a:gd name="connsiteY147" fmla="*/ 3307933 h 3307946"/>
              <a:gd name="connsiteX148" fmla="*/ 6325820 w 12192013"/>
              <a:gd name="connsiteY148" fmla="*/ 3134401 h 3307946"/>
              <a:gd name="connsiteX149" fmla="*/ 6611207 w 12192013"/>
              <a:gd name="connsiteY149" fmla="*/ 2822448 h 3307946"/>
              <a:gd name="connsiteX150" fmla="*/ 7710939 w 12192013"/>
              <a:gd name="connsiteY150" fmla="*/ 3307947 h 3307946"/>
              <a:gd name="connsiteX151" fmla="*/ 7722874 w 12192013"/>
              <a:gd name="connsiteY151" fmla="*/ 3307947 h 3307946"/>
              <a:gd name="connsiteX152" fmla="*/ 6605694 w 12192013"/>
              <a:gd name="connsiteY152" fmla="*/ 2815417 h 3307946"/>
              <a:gd name="connsiteX153" fmla="*/ 6318856 w 12192013"/>
              <a:gd name="connsiteY153" fmla="*/ 3128833 h 3307946"/>
              <a:gd name="connsiteX154" fmla="*/ 6172078 w 12192013"/>
              <a:gd name="connsiteY154" fmla="*/ 3307947 h 3307946"/>
              <a:gd name="connsiteX155" fmla="*/ 6006836 w 12192013"/>
              <a:gd name="connsiteY155" fmla="*/ 3307933 h 3307946"/>
              <a:gd name="connsiteX156" fmla="*/ 6018961 w 12192013"/>
              <a:gd name="connsiteY156" fmla="*/ 3307933 h 3307946"/>
              <a:gd name="connsiteX157" fmla="*/ 6238674 w 12192013"/>
              <a:gd name="connsiteY157" fmla="*/ 3042622 h 3307946"/>
              <a:gd name="connsiteX158" fmla="*/ 6510664 w 12192013"/>
              <a:gd name="connsiteY158" fmla="*/ 2737971 h 3307946"/>
              <a:gd name="connsiteX159" fmla="*/ 7734050 w 12192013"/>
              <a:gd name="connsiteY159" fmla="*/ 3307933 h 3307946"/>
              <a:gd name="connsiteX160" fmla="*/ 7746025 w 12192013"/>
              <a:gd name="connsiteY160" fmla="*/ 3307933 h 3307946"/>
              <a:gd name="connsiteX161" fmla="*/ 6505029 w 12192013"/>
              <a:gd name="connsiteY161" fmla="*/ 2731076 h 3307946"/>
              <a:gd name="connsiteX162" fmla="*/ 6231670 w 12192013"/>
              <a:gd name="connsiteY162" fmla="*/ 3037109 h 3307946"/>
              <a:gd name="connsiteX163" fmla="*/ 6006836 w 12192013"/>
              <a:gd name="connsiteY163" fmla="*/ 3307933 h 3307946"/>
              <a:gd name="connsiteX164" fmla="*/ 5835471 w 12192013"/>
              <a:gd name="connsiteY164" fmla="*/ 3307933 h 3307946"/>
              <a:gd name="connsiteX165" fmla="*/ 5848300 w 12192013"/>
              <a:gd name="connsiteY165" fmla="*/ 3307933 h 3307946"/>
              <a:gd name="connsiteX166" fmla="*/ 6151433 w 12192013"/>
              <a:gd name="connsiteY166" fmla="*/ 2950925 h 3307946"/>
              <a:gd name="connsiteX167" fmla="*/ 6410148 w 12192013"/>
              <a:gd name="connsiteY167" fmla="*/ 2653873 h 3307946"/>
              <a:gd name="connsiteX168" fmla="*/ 7762172 w 12192013"/>
              <a:gd name="connsiteY168" fmla="*/ 3307933 h 3307946"/>
              <a:gd name="connsiteX169" fmla="*/ 7774324 w 12192013"/>
              <a:gd name="connsiteY169" fmla="*/ 3307933 h 3307946"/>
              <a:gd name="connsiteX170" fmla="*/ 6404349 w 12192013"/>
              <a:gd name="connsiteY170" fmla="*/ 2647100 h 3307946"/>
              <a:gd name="connsiteX171" fmla="*/ 6144376 w 12192013"/>
              <a:gd name="connsiteY171" fmla="*/ 2945479 h 3307946"/>
              <a:gd name="connsiteX172" fmla="*/ 5835485 w 12192013"/>
              <a:gd name="connsiteY172" fmla="*/ 3307933 h 3307946"/>
              <a:gd name="connsiteX173" fmla="*/ 14 w 12192013"/>
              <a:gd name="connsiteY173" fmla="*/ 2643984 h 3307946"/>
              <a:gd name="connsiteX174" fmla="*/ 14 w 12192013"/>
              <a:gd name="connsiteY174" fmla="*/ 2653724 h 3307946"/>
              <a:gd name="connsiteX175" fmla="*/ 1343748 w 12192013"/>
              <a:gd name="connsiteY175" fmla="*/ 3307947 h 3307946"/>
              <a:gd name="connsiteX176" fmla="*/ 1363296 w 12192013"/>
              <a:gd name="connsiteY176" fmla="*/ 3307947 h 3307946"/>
              <a:gd name="connsiteX177" fmla="*/ 14 w 12192013"/>
              <a:gd name="connsiteY177" fmla="*/ 2643984 h 3307946"/>
              <a:gd name="connsiteX178" fmla="*/ 14 w 12192013"/>
              <a:gd name="connsiteY178" fmla="*/ 2484662 h 3307946"/>
              <a:gd name="connsiteX179" fmla="*/ 14 w 12192013"/>
              <a:gd name="connsiteY179" fmla="*/ 2494470 h 3307946"/>
              <a:gd name="connsiteX180" fmla="*/ 930751 w 12192013"/>
              <a:gd name="connsiteY180" fmla="*/ 2960435 h 3307946"/>
              <a:gd name="connsiteX181" fmla="*/ 1586342 w 12192013"/>
              <a:gd name="connsiteY181" fmla="*/ 3307933 h 3307946"/>
              <a:gd name="connsiteX182" fmla="*/ 1605876 w 12192013"/>
              <a:gd name="connsiteY182" fmla="*/ 3307933 h 3307946"/>
              <a:gd name="connsiteX183" fmla="*/ 935005 w 12192013"/>
              <a:gd name="connsiteY183" fmla="*/ 2952564 h 3307946"/>
              <a:gd name="connsiteX184" fmla="*/ 935005 w 12192013"/>
              <a:gd name="connsiteY184" fmla="*/ 2952564 h 3307946"/>
              <a:gd name="connsiteX185" fmla="*/ 27 w 12192013"/>
              <a:gd name="connsiteY185" fmla="*/ 2484662 h 3307946"/>
              <a:gd name="connsiteX186" fmla="*/ 14 w 12192013"/>
              <a:gd name="connsiteY186" fmla="*/ 2326234 h 3307946"/>
              <a:gd name="connsiteX187" fmla="*/ 14 w 12192013"/>
              <a:gd name="connsiteY187" fmla="*/ 2336082 h 3307946"/>
              <a:gd name="connsiteX188" fmla="*/ 477520 w 12192013"/>
              <a:gd name="connsiteY188" fmla="*/ 2575140 h 3307946"/>
              <a:gd name="connsiteX189" fmla="*/ 871931 w 12192013"/>
              <a:gd name="connsiteY189" fmla="*/ 2793133 h 3307946"/>
              <a:gd name="connsiteX190" fmla="*/ 1836427 w 12192013"/>
              <a:gd name="connsiteY190" fmla="*/ 3307933 h 3307946"/>
              <a:gd name="connsiteX191" fmla="*/ 1856747 w 12192013"/>
              <a:gd name="connsiteY191" fmla="*/ 3307933 h 3307946"/>
              <a:gd name="connsiteX192" fmla="*/ 876429 w 12192013"/>
              <a:gd name="connsiteY192" fmla="*/ 2785425 h 3307946"/>
              <a:gd name="connsiteX193" fmla="*/ 876388 w 12192013"/>
              <a:gd name="connsiteY193" fmla="*/ 2785398 h 3307946"/>
              <a:gd name="connsiteX194" fmla="*/ 481665 w 12192013"/>
              <a:gd name="connsiteY194" fmla="*/ 2567242 h 3307946"/>
              <a:gd name="connsiteX195" fmla="*/ 0 w 12192013"/>
              <a:gd name="connsiteY195" fmla="*/ 2326220 h 3307946"/>
              <a:gd name="connsiteX196" fmla="*/ 14 w 12192013"/>
              <a:gd name="connsiteY196" fmla="*/ 2168876 h 3307946"/>
              <a:gd name="connsiteX197" fmla="*/ 14 w 12192013"/>
              <a:gd name="connsiteY197" fmla="*/ 2178792 h 3307946"/>
              <a:gd name="connsiteX198" fmla="*/ 275878 w 12192013"/>
              <a:gd name="connsiteY198" fmla="*/ 2319000 h 3307946"/>
              <a:gd name="connsiteX199" fmla="*/ 813193 w 12192013"/>
              <a:gd name="connsiteY199" fmla="*/ 2625913 h 3307946"/>
              <a:gd name="connsiteX200" fmla="*/ 813193 w 12192013"/>
              <a:gd name="connsiteY200" fmla="*/ 2625913 h 3307946"/>
              <a:gd name="connsiteX201" fmla="*/ 2115299 w 12192013"/>
              <a:gd name="connsiteY201" fmla="*/ 3307947 h 3307946"/>
              <a:gd name="connsiteX202" fmla="*/ 2137082 w 12192013"/>
              <a:gd name="connsiteY202" fmla="*/ 3307947 h 3307946"/>
              <a:gd name="connsiteX203" fmla="*/ 817907 w 12192013"/>
              <a:gd name="connsiteY203" fmla="*/ 2618327 h 3307946"/>
              <a:gd name="connsiteX204" fmla="*/ 817839 w 12192013"/>
              <a:gd name="connsiteY204" fmla="*/ 2618286 h 3307946"/>
              <a:gd name="connsiteX205" fmla="*/ 280050 w 12192013"/>
              <a:gd name="connsiteY205" fmla="*/ 2311129 h 3307946"/>
              <a:gd name="connsiteX206" fmla="*/ 27 w 12192013"/>
              <a:gd name="connsiteY206" fmla="*/ 2168903 h 3307946"/>
              <a:gd name="connsiteX207" fmla="*/ 14 w 12192013"/>
              <a:gd name="connsiteY207" fmla="*/ 2012791 h 3307946"/>
              <a:gd name="connsiteX208" fmla="*/ 14 w 12192013"/>
              <a:gd name="connsiteY208" fmla="*/ 2022775 h 3307946"/>
              <a:gd name="connsiteX209" fmla="*/ 128273 w 12192013"/>
              <a:gd name="connsiteY209" fmla="*/ 2089180 h 3307946"/>
              <a:gd name="connsiteX210" fmla="*/ 754319 w 12192013"/>
              <a:gd name="connsiteY210" fmla="*/ 2458571 h 3307946"/>
              <a:gd name="connsiteX211" fmla="*/ 754319 w 12192013"/>
              <a:gd name="connsiteY211" fmla="*/ 2458571 h 3307946"/>
              <a:gd name="connsiteX212" fmla="*/ 2438983 w 12192013"/>
              <a:gd name="connsiteY212" fmla="*/ 3307933 h 3307946"/>
              <a:gd name="connsiteX213" fmla="*/ 2462554 w 12192013"/>
              <a:gd name="connsiteY213" fmla="*/ 3307933 h 3307946"/>
              <a:gd name="connsiteX214" fmla="*/ 759331 w 12192013"/>
              <a:gd name="connsiteY214" fmla="*/ 2451175 h 3307946"/>
              <a:gd name="connsiteX215" fmla="*/ 759237 w 12192013"/>
              <a:gd name="connsiteY215" fmla="*/ 2451134 h 3307946"/>
              <a:gd name="connsiteX216" fmla="*/ 132432 w 12192013"/>
              <a:gd name="connsiteY216" fmla="*/ 2081310 h 3307946"/>
              <a:gd name="connsiteX217" fmla="*/ 14 w 12192013"/>
              <a:gd name="connsiteY217" fmla="*/ 2012791 h 3307946"/>
              <a:gd name="connsiteX218" fmla="*/ 14 w 12192013"/>
              <a:gd name="connsiteY218" fmla="*/ 1858251 h 3307946"/>
              <a:gd name="connsiteX219" fmla="*/ 14 w 12192013"/>
              <a:gd name="connsiteY219" fmla="*/ 1868343 h 3307946"/>
              <a:gd name="connsiteX220" fmla="*/ 9740 w 12192013"/>
              <a:gd name="connsiteY220" fmla="*/ 1873477 h 3307946"/>
              <a:gd name="connsiteX221" fmla="*/ 695527 w 12192013"/>
              <a:gd name="connsiteY221" fmla="*/ 2291310 h 3307946"/>
              <a:gd name="connsiteX222" fmla="*/ 2670062 w 12192013"/>
              <a:gd name="connsiteY222" fmla="*/ 3253300 h 3307946"/>
              <a:gd name="connsiteX223" fmla="*/ 2811218 w 12192013"/>
              <a:gd name="connsiteY223" fmla="*/ 3307947 h 3307946"/>
              <a:gd name="connsiteX224" fmla="*/ 2835846 w 12192013"/>
              <a:gd name="connsiteY224" fmla="*/ 3307947 h 3307946"/>
              <a:gd name="connsiteX225" fmla="*/ 2673259 w 12192013"/>
              <a:gd name="connsiteY225" fmla="*/ 3244982 h 3307946"/>
              <a:gd name="connsiteX226" fmla="*/ 700742 w 12192013"/>
              <a:gd name="connsiteY226" fmla="*/ 2284063 h 3307946"/>
              <a:gd name="connsiteX227" fmla="*/ 700661 w 12192013"/>
              <a:gd name="connsiteY227" fmla="*/ 2284009 h 3307946"/>
              <a:gd name="connsiteX228" fmla="*/ 13899 w 12192013"/>
              <a:gd name="connsiteY228" fmla="*/ 1865579 h 3307946"/>
              <a:gd name="connsiteX229" fmla="*/ 14 w 12192013"/>
              <a:gd name="connsiteY229" fmla="*/ 1858264 h 3307946"/>
              <a:gd name="connsiteX230" fmla="*/ 14 w 12192013"/>
              <a:gd name="connsiteY230" fmla="*/ 1705471 h 3307946"/>
              <a:gd name="connsiteX231" fmla="*/ 14 w 12192013"/>
              <a:gd name="connsiteY231" fmla="*/ 1715672 h 3307946"/>
              <a:gd name="connsiteX232" fmla="*/ 636761 w 12192013"/>
              <a:gd name="connsiteY232" fmla="*/ 2124023 h 3307946"/>
              <a:gd name="connsiteX233" fmla="*/ 2578893 w 12192013"/>
              <a:gd name="connsiteY233" fmla="*/ 3069566 h 3307946"/>
              <a:gd name="connsiteX234" fmla="*/ 3204247 w 12192013"/>
              <a:gd name="connsiteY234" fmla="*/ 3307947 h 3307946"/>
              <a:gd name="connsiteX235" fmla="*/ 3227873 w 12192013"/>
              <a:gd name="connsiteY235" fmla="*/ 3307947 h 3307946"/>
              <a:gd name="connsiteX236" fmla="*/ 2581954 w 12192013"/>
              <a:gd name="connsiteY236" fmla="*/ 3061195 h 3307946"/>
              <a:gd name="connsiteX237" fmla="*/ 642139 w 12192013"/>
              <a:gd name="connsiteY237" fmla="*/ 2116924 h 3307946"/>
              <a:gd name="connsiteX238" fmla="*/ 642058 w 12192013"/>
              <a:gd name="connsiteY238" fmla="*/ 2116843 h 3307946"/>
              <a:gd name="connsiteX239" fmla="*/ 0 w 12192013"/>
              <a:gd name="connsiteY239" fmla="*/ 1705471 h 3307946"/>
              <a:gd name="connsiteX240" fmla="*/ 14 w 12192013"/>
              <a:gd name="connsiteY240" fmla="*/ 1554873 h 3307946"/>
              <a:gd name="connsiteX241" fmla="*/ 14 w 12192013"/>
              <a:gd name="connsiteY241" fmla="*/ 1565223 h 3307946"/>
              <a:gd name="connsiteX242" fmla="*/ 578063 w 12192013"/>
              <a:gd name="connsiteY242" fmla="*/ 1956803 h 3307946"/>
              <a:gd name="connsiteX243" fmla="*/ 2504115 w 12192013"/>
              <a:gd name="connsiteY243" fmla="*/ 2893419 h 3307946"/>
              <a:gd name="connsiteX244" fmla="*/ 3309667 w 12192013"/>
              <a:gd name="connsiteY244" fmla="*/ 3195672 h 3307946"/>
              <a:gd name="connsiteX245" fmla="*/ 3309667 w 12192013"/>
              <a:gd name="connsiteY245" fmla="*/ 3195672 h 3307946"/>
              <a:gd name="connsiteX246" fmla="*/ 3535910 w 12192013"/>
              <a:gd name="connsiteY246" fmla="*/ 3307947 h 3307946"/>
              <a:gd name="connsiteX247" fmla="*/ 3553806 w 12192013"/>
              <a:gd name="connsiteY247" fmla="*/ 3307947 h 3307946"/>
              <a:gd name="connsiteX248" fmla="*/ 3313149 w 12192013"/>
              <a:gd name="connsiteY248" fmla="*/ 3187449 h 3307946"/>
              <a:gd name="connsiteX249" fmla="*/ 3313149 w 12192013"/>
              <a:gd name="connsiteY249" fmla="*/ 3187449 h 3307946"/>
              <a:gd name="connsiteX250" fmla="*/ 2507068 w 12192013"/>
              <a:gd name="connsiteY250" fmla="*/ 2884993 h 3307946"/>
              <a:gd name="connsiteX251" fmla="*/ 583577 w 12192013"/>
              <a:gd name="connsiteY251" fmla="*/ 1949812 h 3307946"/>
              <a:gd name="connsiteX252" fmla="*/ 583482 w 12192013"/>
              <a:gd name="connsiteY252" fmla="*/ 1949731 h 3307946"/>
              <a:gd name="connsiteX253" fmla="*/ 14 w 12192013"/>
              <a:gd name="connsiteY253" fmla="*/ 1554873 h 3307946"/>
              <a:gd name="connsiteX254" fmla="*/ 14 w 12192013"/>
              <a:gd name="connsiteY254" fmla="*/ 1406808 h 3307946"/>
              <a:gd name="connsiteX255" fmla="*/ 14 w 12192013"/>
              <a:gd name="connsiteY255" fmla="*/ 1417293 h 3307946"/>
              <a:gd name="connsiteX256" fmla="*/ 519284 w 12192013"/>
              <a:gd name="connsiteY256" fmla="*/ 1789528 h 3307946"/>
              <a:gd name="connsiteX257" fmla="*/ 519284 w 12192013"/>
              <a:gd name="connsiteY257" fmla="*/ 1789528 h 3307946"/>
              <a:gd name="connsiteX258" fmla="*/ 2438725 w 12192013"/>
              <a:gd name="connsiteY258" fmla="*/ 2721593 h 3307946"/>
              <a:gd name="connsiteX259" fmla="*/ 3280637 w 12192013"/>
              <a:gd name="connsiteY259" fmla="*/ 3027599 h 3307946"/>
              <a:gd name="connsiteX260" fmla="*/ 3745017 w 12192013"/>
              <a:gd name="connsiteY260" fmla="*/ 3307947 h 3307946"/>
              <a:gd name="connsiteX261" fmla="*/ 3759430 w 12192013"/>
              <a:gd name="connsiteY261" fmla="*/ 3307947 h 3307946"/>
              <a:gd name="connsiteX262" fmla="*/ 3284119 w 12192013"/>
              <a:gd name="connsiteY262" fmla="*/ 3019376 h 3307946"/>
              <a:gd name="connsiteX263" fmla="*/ 2441556 w 12192013"/>
              <a:gd name="connsiteY263" fmla="*/ 2713127 h 3307946"/>
              <a:gd name="connsiteX264" fmla="*/ 524974 w 12192013"/>
              <a:gd name="connsiteY264" fmla="*/ 1782687 h 3307946"/>
              <a:gd name="connsiteX265" fmla="*/ 524879 w 12192013"/>
              <a:gd name="connsiteY265" fmla="*/ 1782620 h 3307946"/>
              <a:gd name="connsiteX266" fmla="*/ 14 w 12192013"/>
              <a:gd name="connsiteY266" fmla="*/ 1406808 h 3307946"/>
              <a:gd name="connsiteX267" fmla="*/ 14 w 12192013"/>
              <a:gd name="connsiteY267" fmla="*/ 1261642 h 3307946"/>
              <a:gd name="connsiteX268" fmla="*/ 14 w 12192013"/>
              <a:gd name="connsiteY268" fmla="*/ 1272357 h 3307946"/>
              <a:gd name="connsiteX269" fmla="*/ 460505 w 12192013"/>
              <a:gd name="connsiteY269" fmla="*/ 1622241 h 3307946"/>
              <a:gd name="connsiteX270" fmla="*/ 2379188 w 12192013"/>
              <a:gd name="connsiteY270" fmla="*/ 2552463 h 3307946"/>
              <a:gd name="connsiteX271" fmla="*/ 3251620 w 12192013"/>
              <a:gd name="connsiteY271" fmla="*/ 2859552 h 3307946"/>
              <a:gd name="connsiteX272" fmla="*/ 3878695 w 12192013"/>
              <a:gd name="connsiteY272" fmla="*/ 3307933 h 3307946"/>
              <a:gd name="connsiteX273" fmla="*/ 3891280 w 12192013"/>
              <a:gd name="connsiteY273" fmla="*/ 3307933 h 3307946"/>
              <a:gd name="connsiteX274" fmla="*/ 3255102 w 12192013"/>
              <a:gd name="connsiteY274" fmla="*/ 2851303 h 3307946"/>
              <a:gd name="connsiteX275" fmla="*/ 2381883 w 12192013"/>
              <a:gd name="connsiteY275" fmla="*/ 2543956 h 3307946"/>
              <a:gd name="connsiteX276" fmla="*/ 466398 w 12192013"/>
              <a:gd name="connsiteY276" fmla="*/ 1615535 h 3307946"/>
              <a:gd name="connsiteX277" fmla="*/ 466303 w 12192013"/>
              <a:gd name="connsiteY277" fmla="*/ 1615440 h 3307946"/>
              <a:gd name="connsiteX278" fmla="*/ 14 w 12192013"/>
              <a:gd name="connsiteY278" fmla="*/ 1261642 h 3307946"/>
              <a:gd name="connsiteX279" fmla="*/ 14 w 12192013"/>
              <a:gd name="connsiteY279" fmla="*/ 1119944 h 3307946"/>
              <a:gd name="connsiteX280" fmla="*/ 14 w 12192013"/>
              <a:gd name="connsiteY280" fmla="*/ 1130876 h 3307946"/>
              <a:gd name="connsiteX281" fmla="*/ 401632 w 12192013"/>
              <a:gd name="connsiteY281" fmla="*/ 1454885 h 3307946"/>
              <a:gd name="connsiteX282" fmla="*/ 2323551 w 12192013"/>
              <a:gd name="connsiteY282" fmla="*/ 2385175 h 3307946"/>
              <a:gd name="connsiteX283" fmla="*/ 3222590 w 12192013"/>
              <a:gd name="connsiteY283" fmla="*/ 2691479 h 3307946"/>
              <a:gd name="connsiteX284" fmla="*/ 3222590 w 12192013"/>
              <a:gd name="connsiteY284" fmla="*/ 2691479 h 3307946"/>
              <a:gd name="connsiteX285" fmla="*/ 3963714 w 12192013"/>
              <a:gd name="connsiteY285" fmla="*/ 3307947 h 3307946"/>
              <a:gd name="connsiteX286" fmla="*/ 3975256 w 12192013"/>
              <a:gd name="connsiteY286" fmla="*/ 3307947 h 3307946"/>
              <a:gd name="connsiteX287" fmla="*/ 3226057 w 12192013"/>
              <a:gd name="connsiteY287" fmla="*/ 2683243 h 3307946"/>
              <a:gd name="connsiteX288" fmla="*/ 3226057 w 12192013"/>
              <a:gd name="connsiteY288" fmla="*/ 2683243 h 3307946"/>
              <a:gd name="connsiteX289" fmla="*/ 2326125 w 12192013"/>
              <a:gd name="connsiteY289" fmla="*/ 2376627 h 3307946"/>
              <a:gd name="connsiteX290" fmla="*/ 407809 w 12192013"/>
              <a:gd name="connsiteY290" fmla="*/ 1448423 h 3307946"/>
              <a:gd name="connsiteX291" fmla="*/ 407701 w 12192013"/>
              <a:gd name="connsiteY291" fmla="*/ 1448328 h 3307946"/>
              <a:gd name="connsiteX292" fmla="*/ 14 w 12192013"/>
              <a:gd name="connsiteY292" fmla="*/ 1119944 h 3307946"/>
              <a:gd name="connsiteX293" fmla="*/ 14 w 12192013"/>
              <a:gd name="connsiteY293" fmla="*/ 982201 h 3307946"/>
              <a:gd name="connsiteX294" fmla="*/ 14 w 12192013"/>
              <a:gd name="connsiteY294" fmla="*/ 993458 h 3307946"/>
              <a:gd name="connsiteX295" fmla="*/ 342961 w 12192013"/>
              <a:gd name="connsiteY295" fmla="*/ 1287706 h 3307946"/>
              <a:gd name="connsiteX296" fmla="*/ 342961 w 12192013"/>
              <a:gd name="connsiteY296" fmla="*/ 1287706 h 3307946"/>
              <a:gd name="connsiteX297" fmla="*/ 2270638 w 12192013"/>
              <a:gd name="connsiteY297" fmla="*/ 2219120 h 3307946"/>
              <a:gd name="connsiteX298" fmla="*/ 3193573 w 12192013"/>
              <a:gd name="connsiteY298" fmla="*/ 2523433 h 3307946"/>
              <a:gd name="connsiteX299" fmla="*/ 3978494 w 12192013"/>
              <a:gd name="connsiteY299" fmla="*/ 3255874 h 3307946"/>
              <a:gd name="connsiteX300" fmla="*/ 4016086 w 12192013"/>
              <a:gd name="connsiteY300" fmla="*/ 3307947 h 3307946"/>
              <a:gd name="connsiteX301" fmla="*/ 4027099 w 12192013"/>
              <a:gd name="connsiteY301" fmla="*/ 3307947 h 3307946"/>
              <a:gd name="connsiteX302" fmla="*/ 3985714 w 12192013"/>
              <a:gd name="connsiteY302" fmla="*/ 3250645 h 3307946"/>
              <a:gd name="connsiteX303" fmla="*/ 3197027 w 12192013"/>
              <a:gd name="connsiteY303" fmla="*/ 2515183 h 3307946"/>
              <a:gd name="connsiteX304" fmla="*/ 2273117 w 12192013"/>
              <a:gd name="connsiteY304" fmla="*/ 2210559 h 3307946"/>
              <a:gd name="connsiteX305" fmla="*/ 349192 w 12192013"/>
              <a:gd name="connsiteY305" fmla="*/ 1281311 h 3307946"/>
              <a:gd name="connsiteX306" fmla="*/ 349098 w 12192013"/>
              <a:gd name="connsiteY306" fmla="*/ 1281217 h 3307946"/>
              <a:gd name="connsiteX307" fmla="*/ 14 w 12192013"/>
              <a:gd name="connsiteY307" fmla="*/ 982201 h 3307946"/>
              <a:gd name="connsiteX308" fmla="*/ 14 w 12192013"/>
              <a:gd name="connsiteY308" fmla="*/ 849105 h 3307946"/>
              <a:gd name="connsiteX309" fmla="*/ 14 w 12192013"/>
              <a:gd name="connsiteY309" fmla="*/ 860687 h 3307946"/>
              <a:gd name="connsiteX310" fmla="*/ 284101 w 12192013"/>
              <a:gd name="connsiteY310" fmla="*/ 1120309 h 3307946"/>
              <a:gd name="connsiteX311" fmla="*/ 2219716 w 12192013"/>
              <a:gd name="connsiteY311" fmla="*/ 2054000 h 3307946"/>
              <a:gd name="connsiteX312" fmla="*/ 3164556 w 12192013"/>
              <a:gd name="connsiteY312" fmla="*/ 2355359 h 3307946"/>
              <a:gd name="connsiteX313" fmla="*/ 3929685 w 12192013"/>
              <a:gd name="connsiteY313" fmla="*/ 3127871 h 3307946"/>
              <a:gd name="connsiteX314" fmla="*/ 4046809 w 12192013"/>
              <a:gd name="connsiteY314" fmla="*/ 3307933 h 3307946"/>
              <a:gd name="connsiteX315" fmla="*/ 4057620 w 12192013"/>
              <a:gd name="connsiteY315" fmla="*/ 3307933 h 3307946"/>
              <a:gd name="connsiteX316" fmla="*/ 3937190 w 12192013"/>
              <a:gd name="connsiteY316" fmla="*/ 3123089 h 3307946"/>
              <a:gd name="connsiteX317" fmla="*/ 3167983 w 12192013"/>
              <a:gd name="connsiteY317" fmla="*/ 2347109 h 3307946"/>
              <a:gd name="connsiteX318" fmla="*/ 2222033 w 12192013"/>
              <a:gd name="connsiteY318" fmla="*/ 2045357 h 3307946"/>
              <a:gd name="connsiteX319" fmla="*/ 290576 w 12192013"/>
              <a:gd name="connsiteY319" fmla="*/ 1114146 h 3307946"/>
              <a:gd name="connsiteX320" fmla="*/ 290481 w 12192013"/>
              <a:gd name="connsiteY320" fmla="*/ 1114051 h 3307946"/>
              <a:gd name="connsiteX321" fmla="*/ 14 w 12192013"/>
              <a:gd name="connsiteY321" fmla="*/ 849105 h 3307946"/>
              <a:gd name="connsiteX322" fmla="*/ 5653512 w 12192013"/>
              <a:gd name="connsiteY322" fmla="*/ 3307933 h 3307946"/>
              <a:gd name="connsiteX323" fmla="*/ 6056959 w 12192013"/>
              <a:gd name="connsiteY323" fmla="*/ 2853917 h 3307946"/>
              <a:gd name="connsiteX324" fmla="*/ 6303698 w 12192013"/>
              <a:gd name="connsiteY324" fmla="*/ 2563504 h 3307946"/>
              <a:gd name="connsiteX325" fmla="*/ 7808461 w 12192013"/>
              <a:gd name="connsiteY325" fmla="*/ 3307933 h 3307946"/>
              <a:gd name="connsiteX326" fmla="*/ 7796188 w 12192013"/>
              <a:gd name="connsiteY326" fmla="*/ 3307933 h 3307946"/>
              <a:gd name="connsiteX327" fmla="*/ 6309658 w 12192013"/>
              <a:gd name="connsiteY327" fmla="*/ 2570155 h 3307946"/>
              <a:gd name="connsiteX328" fmla="*/ 6064098 w 12192013"/>
              <a:gd name="connsiteY328" fmla="*/ 2859322 h 3307946"/>
              <a:gd name="connsiteX329" fmla="*/ 5667479 w 12192013"/>
              <a:gd name="connsiteY329" fmla="*/ 3307933 h 3307946"/>
              <a:gd name="connsiteX330" fmla="*/ 5653525 w 12192013"/>
              <a:gd name="connsiteY330" fmla="*/ 3307933 h 3307946"/>
              <a:gd name="connsiteX331" fmla="*/ 5453861 w 12192013"/>
              <a:gd name="connsiteY331" fmla="*/ 3307933 h 3307946"/>
              <a:gd name="connsiteX332" fmla="*/ 5969447 w 12192013"/>
              <a:gd name="connsiteY332" fmla="*/ 2762477 h 3307946"/>
              <a:gd name="connsiteX333" fmla="*/ 6203100 w 12192013"/>
              <a:gd name="connsiteY333" fmla="*/ 2480273 h 3307946"/>
              <a:gd name="connsiteX334" fmla="*/ 7849210 w 12192013"/>
              <a:gd name="connsiteY334" fmla="*/ 3307933 h 3307946"/>
              <a:gd name="connsiteX335" fmla="*/ 7836842 w 12192013"/>
              <a:gd name="connsiteY335" fmla="*/ 3307933 h 3307946"/>
              <a:gd name="connsiteX336" fmla="*/ 6209183 w 12192013"/>
              <a:gd name="connsiteY336" fmla="*/ 2486789 h 3307946"/>
              <a:gd name="connsiteX337" fmla="*/ 5976627 w 12192013"/>
              <a:gd name="connsiteY337" fmla="*/ 2767787 h 3307946"/>
              <a:gd name="connsiteX338" fmla="*/ 5469521 w 12192013"/>
              <a:gd name="connsiteY338" fmla="*/ 3307933 h 3307946"/>
              <a:gd name="connsiteX339" fmla="*/ 5453848 w 12192013"/>
              <a:gd name="connsiteY339" fmla="*/ 3307933 h 3307946"/>
              <a:gd name="connsiteX340" fmla="*/ 5222592 w 12192013"/>
              <a:gd name="connsiteY340" fmla="*/ 3307933 h 3307946"/>
              <a:gd name="connsiteX341" fmla="*/ 5881841 w 12192013"/>
              <a:gd name="connsiteY341" fmla="*/ 2671091 h 3307946"/>
              <a:gd name="connsiteX342" fmla="*/ 6102557 w 12192013"/>
              <a:gd name="connsiteY342" fmla="*/ 2397394 h 3307946"/>
              <a:gd name="connsiteX343" fmla="*/ 7897233 w 12192013"/>
              <a:gd name="connsiteY343" fmla="*/ 3307933 h 3307946"/>
              <a:gd name="connsiteX344" fmla="*/ 7884675 w 12192013"/>
              <a:gd name="connsiteY344" fmla="*/ 3307933 h 3307946"/>
              <a:gd name="connsiteX345" fmla="*/ 6108789 w 12192013"/>
              <a:gd name="connsiteY345" fmla="*/ 2403788 h 3307946"/>
              <a:gd name="connsiteX346" fmla="*/ 5889061 w 12192013"/>
              <a:gd name="connsiteY346" fmla="*/ 2676334 h 3307946"/>
              <a:gd name="connsiteX347" fmla="*/ 5241761 w 12192013"/>
              <a:gd name="connsiteY347" fmla="*/ 3307933 h 3307946"/>
              <a:gd name="connsiteX348" fmla="*/ 5222565 w 12192013"/>
              <a:gd name="connsiteY348" fmla="*/ 3307933 h 3307946"/>
              <a:gd name="connsiteX349" fmla="*/ 4923766 w 12192013"/>
              <a:gd name="connsiteY349" fmla="*/ 3307933 h 3307946"/>
              <a:gd name="connsiteX350" fmla="*/ 5794167 w 12192013"/>
              <a:gd name="connsiteY350" fmla="*/ 2579800 h 3307946"/>
              <a:gd name="connsiteX351" fmla="*/ 6002163 w 12192013"/>
              <a:gd name="connsiteY351" fmla="*/ 2314882 h 3307946"/>
              <a:gd name="connsiteX352" fmla="*/ 7887398 w 12192013"/>
              <a:gd name="connsiteY352" fmla="*/ 3243140 h 3307946"/>
              <a:gd name="connsiteX353" fmla="*/ 7954142 w 12192013"/>
              <a:gd name="connsiteY353" fmla="*/ 3307920 h 3307946"/>
              <a:gd name="connsiteX354" fmla="*/ 7941341 w 12192013"/>
              <a:gd name="connsiteY354" fmla="*/ 3307920 h 3307946"/>
              <a:gd name="connsiteX355" fmla="*/ 7881166 w 12192013"/>
              <a:gd name="connsiteY355" fmla="*/ 3249520 h 3307946"/>
              <a:gd name="connsiteX356" fmla="*/ 6008543 w 12192013"/>
              <a:gd name="connsiteY356" fmla="*/ 2321100 h 3307946"/>
              <a:gd name="connsiteX357" fmla="*/ 5801441 w 12192013"/>
              <a:gd name="connsiteY357" fmla="*/ 2584948 h 3307946"/>
              <a:gd name="connsiteX358" fmla="*/ 4951862 w 12192013"/>
              <a:gd name="connsiteY358" fmla="*/ 3307920 h 3307946"/>
              <a:gd name="connsiteX359" fmla="*/ 4923780 w 12192013"/>
              <a:gd name="connsiteY359" fmla="*/ 3307920 h 3307946"/>
              <a:gd name="connsiteX360" fmla="*/ 11909105 w 12192013"/>
              <a:gd name="connsiteY360" fmla="*/ 3307933 h 3307946"/>
              <a:gd name="connsiteX361" fmla="*/ 12192014 w 12192013"/>
              <a:gd name="connsiteY361" fmla="*/ 3250455 h 3307946"/>
              <a:gd name="connsiteX362" fmla="*/ 12192014 w 12192013"/>
              <a:gd name="connsiteY362" fmla="*/ 3259545 h 3307946"/>
              <a:gd name="connsiteX363" fmla="*/ 11945384 w 12192013"/>
              <a:gd name="connsiteY363" fmla="*/ 3307933 h 3307946"/>
              <a:gd name="connsiteX364" fmla="*/ 11909105 w 12192013"/>
              <a:gd name="connsiteY364" fmla="*/ 3307933 h 3307946"/>
              <a:gd name="connsiteX365" fmla="*/ 11460222 w 12192013"/>
              <a:gd name="connsiteY365" fmla="*/ 3307933 h 3307946"/>
              <a:gd name="connsiteX366" fmla="*/ 12192014 w 12192013"/>
              <a:gd name="connsiteY366" fmla="*/ 3090063 h 3307946"/>
              <a:gd name="connsiteX367" fmla="*/ 12192014 w 12192013"/>
              <a:gd name="connsiteY367" fmla="*/ 3099139 h 3307946"/>
              <a:gd name="connsiteX368" fmla="*/ 11483293 w 12192013"/>
              <a:gd name="connsiteY368" fmla="*/ 3307933 h 3307946"/>
              <a:gd name="connsiteX369" fmla="*/ 11460222 w 12192013"/>
              <a:gd name="connsiteY369" fmla="*/ 3307933 h 3307946"/>
              <a:gd name="connsiteX370" fmla="*/ 11114606 w 12192013"/>
              <a:gd name="connsiteY370" fmla="*/ 3307933 h 3307946"/>
              <a:gd name="connsiteX371" fmla="*/ 12192014 w 12192013"/>
              <a:gd name="connsiteY371" fmla="*/ 2929927 h 3307946"/>
              <a:gd name="connsiteX372" fmla="*/ 12192014 w 12192013"/>
              <a:gd name="connsiteY372" fmla="*/ 2939004 h 3307946"/>
              <a:gd name="connsiteX373" fmla="*/ 11135632 w 12192013"/>
              <a:gd name="connsiteY373" fmla="*/ 3307920 h 3307946"/>
              <a:gd name="connsiteX374" fmla="*/ 11114606 w 12192013"/>
              <a:gd name="connsiteY374" fmla="*/ 3307920 h 3307946"/>
              <a:gd name="connsiteX375" fmla="*/ 14 w 12192013"/>
              <a:gd name="connsiteY375" fmla="*/ 0 h 3307946"/>
              <a:gd name="connsiteX376" fmla="*/ 1847603 w 12192013"/>
              <a:gd name="connsiteY376" fmla="*/ 739743 h 3307946"/>
              <a:gd name="connsiteX377" fmla="*/ 2935766 w 12192013"/>
              <a:gd name="connsiteY377" fmla="*/ 1002616 h 3307946"/>
              <a:gd name="connsiteX378" fmla="*/ 3439011 w 12192013"/>
              <a:gd name="connsiteY378" fmla="*/ 1755201 h 3307946"/>
              <a:gd name="connsiteX379" fmla="*/ 3503290 w 12192013"/>
              <a:gd name="connsiteY379" fmla="*/ 1965960 h 3307946"/>
              <a:gd name="connsiteX380" fmla="*/ 3573949 w 12192013"/>
              <a:gd name="connsiteY380" fmla="*/ 2183736 h 3307946"/>
              <a:gd name="connsiteX381" fmla="*/ 3653943 w 12192013"/>
              <a:gd name="connsiteY381" fmla="*/ 2412255 h 3307946"/>
              <a:gd name="connsiteX382" fmla="*/ 3728232 w 12192013"/>
              <a:gd name="connsiteY382" fmla="*/ 2604144 h 3307946"/>
              <a:gd name="connsiteX383" fmla="*/ 3749975 w 12192013"/>
              <a:gd name="connsiteY383" fmla="*/ 2661487 h 3307946"/>
              <a:gd name="connsiteX384" fmla="*/ 3781986 w 12192013"/>
              <a:gd name="connsiteY384" fmla="*/ 2735018 h 3307946"/>
              <a:gd name="connsiteX385" fmla="*/ 3868440 w 12192013"/>
              <a:gd name="connsiteY385" fmla="*/ 2929467 h 3307946"/>
              <a:gd name="connsiteX386" fmla="*/ 4229988 w 12192013"/>
              <a:gd name="connsiteY386" fmla="*/ 3009839 h 3307946"/>
              <a:gd name="connsiteX387" fmla="*/ 5442482 w 12192013"/>
              <a:gd name="connsiteY387" fmla="*/ 2215490 h 3307946"/>
              <a:gd name="connsiteX388" fmla="*/ 5602143 w 12192013"/>
              <a:gd name="connsiteY388" fmla="*/ 1988014 h 3307946"/>
              <a:gd name="connsiteX389" fmla="*/ 7630337 w 12192013"/>
              <a:gd name="connsiteY389" fmla="*/ 2762125 h 3307946"/>
              <a:gd name="connsiteX390" fmla="*/ 8393379 w 12192013"/>
              <a:gd name="connsiteY390" fmla="*/ 3307933 h 3307946"/>
              <a:gd name="connsiteX391" fmla="*/ 8375715 w 12192013"/>
              <a:gd name="connsiteY391" fmla="*/ 3307933 h 3307946"/>
              <a:gd name="connsiteX392" fmla="*/ 7624647 w 12192013"/>
              <a:gd name="connsiteY392" fmla="*/ 2768993 h 3307946"/>
              <a:gd name="connsiteX393" fmla="*/ 5609024 w 12192013"/>
              <a:gd name="connsiteY393" fmla="*/ 1993676 h 3307946"/>
              <a:gd name="connsiteX394" fmla="*/ 5449973 w 12192013"/>
              <a:gd name="connsiteY394" fmla="*/ 2220326 h 3307946"/>
              <a:gd name="connsiteX395" fmla="*/ 4230801 w 12192013"/>
              <a:gd name="connsiteY395" fmla="*/ 3018712 h 3307946"/>
              <a:gd name="connsiteX396" fmla="*/ 3876325 w 12192013"/>
              <a:gd name="connsiteY396" fmla="*/ 2946211 h 3307946"/>
              <a:gd name="connsiteX397" fmla="*/ 3898013 w 12192013"/>
              <a:gd name="connsiteY397" fmla="*/ 2991063 h 3307946"/>
              <a:gd name="connsiteX398" fmla="*/ 4305253 w 12192013"/>
              <a:gd name="connsiteY398" fmla="*/ 3104056 h 3307946"/>
              <a:gd name="connsiteX399" fmla="*/ 5530535 w 12192013"/>
              <a:gd name="connsiteY399" fmla="*/ 2306401 h 3307946"/>
              <a:gd name="connsiteX400" fmla="*/ 5701860 w 12192013"/>
              <a:gd name="connsiteY400" fmla="*/ 2069253 h 3307946"/>
              <a:gd name="connsiteX401" fmla="*/ 7694588 w 12192013"/>
              <a:gd name="connsiteY401" fmla="*/ 2882365 h 3307946"/>
              <a:gd name="connsiteX402" fmla="*/ 8238852 w 12192013"/>
              <a:gd name="connsiteY402" fmla="*/ 3307920 h 3307946"/>
              <a:gd name="connsiteX403" fmla="*/ 8223152 w 12192013"/>
              <a:gd name="connsiteY403" fmla="*/ 3307920 h 3307946"/>
              <a:gd name="connsiteX404" fmla="*/ 7688763 w 12192013"/>
              <a:gd name="connsiteY404" fmla="*/ 2889111 h 3307946"/>
              <a:gd name="connsiteX405" fmla="*/ 5708606 w 12192013"/>
              <a:gd name="connsiteY405" fmla="*/ 2075079 h 3307946"/>
              <a:gd name="connsiteX406" fmla="*/ 5537959 w 12192013"/>
              <a:gd name="connsiteY406" fmla="*/ 2311346 h 3307946"/>
              <a:gd name="connsiteX407" fmla="*/ 4306052 w 12192013"/>
              <a:gd name="connsiteY407" fmla="*/ 3112943 h 3307946"/>
              <a:gd name="connsiteX408" fmla="*/ 3908769 w 12192013"/>
              <a:gd name="connsiteY408" fmla="*/ 3012386 h 3307946"/>
              <a:gd name="connsiteX409" fmla="*/ 3926041 w 12192013"/>
              <a:gd name="connsiteY409" fmla="*/ 3045507 h 3307946"/>
              <a:gd name="connsiteX410" fmla="*/ 4380491 w 12192013"/>
              <a:gd name="connsiteY410" fmla="*/ 3198300 h 3307946"/>
              <a:gd name="connsiteX411" fmla="*/ 5618481 w 12192013"/>
              <a:gd name="connsiteY411" fmla="*/ 2397449 h 3307946"/>
              <a:gd name="connsiteX412" fmla="*/ 5801767 w 12192013"/>
              <a:gd name="connsiteY412" fmla="*/ 2150818 h 3307946"/>
              <a:gd name="connsiteX413" fmla="*/ 7758840 w 12192013"/>
              <a:gd name="connsiteY413" fmla="*/ 3002605 h 3307946"/>
              <a:gd name="connsiteX414" fmla="*/ 8119696 w 12192013"/>
              <a:gd name="connsiteY414" fmla="*/ 3307907 h 3307946"/>
              <a:gd name="connsiteX415" fmla="*/ 8105391 w 12192013"/>
              <a:gd name="connsiteY415" fmla="*/ 3307907 h 3307946"/>
              <a:gd name="connsiteX416" fmla="*/ 7752893 w 12192013"/>
              <a:gd name="connsiteY416" fmla="*/ 3009243 h 3307946"/>
              <a:gd name="connsiteX417" fmla="*/ 5808404 w 12192013"/>
              <a:gd name="connsiteY417" fmla="*/ 2156778 h 3307946"/>
              <a:gd name="connsiteX418" fmla="*/ 5625877 w 12192013"/>
              <a:gd name="connsiteY418" fmla="*/ 2402461 h 3307946"/>
              <a:gd name="connsiteX419" fmla="*/ 4381331 w 12192013"/>
              <a:gd name="connsiteY419" fmla="*/ 3207187 h 3307946"/>
              <a:gd name="connsiteX420" fmla="*/ 3941051 w 12192013"/>
              <a:gd name="connsiteY420" fmla="*/ 3073671 h 3307946"/>
              <a:gd name="connsiteX421" fmla="*/ 3946469 w 12192013"/>
              <a:gd name="connsiteY421" fmla="*/ 3083655 h 3307946"/>
              <a:gd name="connsiteX422" fmla="*/ 3949409 w 12192013"/>
              <a:gd name="connsiteY422" fmla="*/ 3088911 h 3307946"/>
              <a:gd name="connsiteX423" fmla="*/ 4455770 w 12192013"/>
              <a:gd name="connsiteY423" fmla="*/ 3292531 h 3307946"/>
              <a:gd name="connsiteX424" fmla="*/ 5706371 w 12192013"/>
              <a:gd name="connsiteY424" fmla="*/ 2488550 h 3307946"/>
              <a:gd name="connsiteX425" fmla="*/ 5901904 w 12192013"/>
              <a:gd name="connsiteY425" fmla="*/ 2232667 h 3307946"/>
              <a:gd name="connsiteX426" fmla="*/ 7823146 w 12192013"/>
              <a:gd name="connsiteY426" fmla="*/ 3122886 h 3307946"/>
              <a:gd name="connsiteX427" fmla="*/ 8026847 w 12192013"/>
              <a:gd name="connsiteY427" fmla="*/ 3307907 h 3307946"/>
              <a:gd name="connsiteX428" fmla="*/ 8013409 w 12192013"/>
              <a:gd name="connsiteY428" fmla="*/ 3307907 h 3307946"/>
              <a:gd name="connsiteX429" fmla="*/ 7817050 w 12192013"/>
              <a:gd name="connsiteY429" fmla="*/ 3129375 h 3307946"/>
              <a:gd name="connsiteX430" fmla="*/ 5908406 w 12192013"/>
              <a:gd name="connsiteY430" fmla="*/ 2238763 h 3307946"/>
              <a:gd name="connsiteX431" fmla="*/ 5713713 w 12192013"/>
              <a:gd name="connsiteY431" fmla="*/ 2493657 h 3307946"/>
              <a:gd name="connsiteX432" fmla="*/ 4456610 w 12192013"/>
              <a:gd name="connsiteY432" fmla="*/ 3301431 h 3307946"/>
              <a:gd name="connsiteX433" fmla="*/ 3980797 w 12192013"/>
              <a:gd name="connsiteY433" fmla="*/ 3139156 h 3307946"/>
              <a:gd name="connsiteX434" fmla="*/ 4154316 w 12192013"/>
              <a:gd name="connsiteY434" fmla="*/ 3307907 h 3307946"/>
              <a:gd name="connsiteX435" fmla="*/ 4137193 w 12192013"/>
              <a:gd name="connsiteY435" fmla="*/ 3307907 h 3307946"/>
              <a:gd name="connsiteX436" fmla="*/ 4025961 w 12192013"/>
              <a:gd name="connsiteY436" fmla="*/ 3210086 h 3307946"/>
              <a:gd name="connsiteX437" fmla="*/ 4107295 w 12192013"/>
              <a:gd name="connsiteY437" fmla="*/ 3307907 h 3307946"/>
              <a:gd name="connsiteX438" fmla="*/ 4094494 w 12192013"/>
              <a:gd name="connsiteY438" fmla="*/ 3307907 h 3307946"/>
              <a:gd name="connsiteX439" fmla="*/ 4058473 w 12192013"/>
              <a:gd name="connsiteY439" fmla="*/ 3267239 h 3307946"/>
              <a:gd name="connsiteX440" fmla="*/ 4088411 w 12192013"/>
              <a:gd name="connsiteY440" fmla="*/ 3307907 h 3307946"/>
              <a:gd name="connsiteX441" fmla="*/ 4076951 w 12192013"/>
              <a:gd name="connsiteY441" fmla="*/ 3307907 h 3307946"/>
              <a:gd name="connsiteX442" fmla="*/ 4056427 w 12192013"/>
              <a:gd name="connsiteY442" fmla="*/ 3280014 h 3307946"/>
              <a:gd name="connsiteX443" fmla="*/ 4075366 w 12192013"/>
              <a:gd name="connsiteY443" fmla="*/ 3307907 h 3307946"/>
              <a:gd name="connsiteX444" fmla="*/ 4064461 w 12192013"/>
              <a:gd name="connsiteY444" fmla="*/ 3307907 h 3307946"/>
              <a:gd name="connsiteX445" fmla="*/ 3901264 w 12192013"/>
              <a:gd name="connsiteY445" fmla="*/ 3038382 h 3307946"/>
              <a:gd name="connsiteX446" fmla="*/ 3884371 w 12192013"/>
              <a:gd name="connsiteY446" fmla="*/ 3011952 h 3307946"/>
              <a:gd name="connsiteX447" fmla="*/ 3831715 w 12192013"/>
              <a:gd name="connsiteY447" fmla="*/ 2936877 h 3307946"/>
              <a:gd name="connsiteX448" fmla="*/ 3774549 w 12192013"/>
              <a:gd name="connsiteY448" fmla="*/ 2857128 h 3307946"/>
              <a:gd name="connsiteX449" fmla="*/ 3629355 w 12192013"/>
              <a:gd name="connsiteY449" fmla="*/ 2595392 h 3307946"/>
              <a:gd name="connsiteX450" fmla="*/ 3135579 w 12192013"/>
              <a:gd name="connsiteY450" fmla="*/ 2187286 h 3307946"/>
              <a:gd name="connsiteX451" fmla="*/ 2170312 w 12192013"/>
              <a:gd name="connsiteY451" fmla="*/ 1889530 h 3307946"/>
              <a:gd name="connsiteX452" fmla="*/ 225484 w 12192013"/>
              <a:gd name="connsiteY452" fmla="*/ 953089 h 3307946"/>
              <a:gd name="connsiteX453" fmla="*/ 68 w 12192013"/>
              <a:gd name="connsiteY453" fmla="*/ 733295 h 3307946"/>
              <a:gd name="connsiteX454" fmla="*/ 68 w 12192013"/>
              <a:gd name="connsiteY454" fmla="*/ 721306 h 3307946"/>
              <a:gd name="connsiteX455" fmla="*/ 231932 w 12192013"/>
              <a:gd name="connsiteY455" fmla="*/ 946939 h 3307946"/>
              <a:gd name="connsiteX456" fmla="*/ 232000 w 12192013"/>
              <a:gd name="connsiteY456" fmla="*/ 947007 h 3307946"/>
              <a:gd name="connsiteX457" fmla="*/ 2172547 w 12192013"/>
              <a:gd name="connsiteY457" fmla="*/ 1880887 h 3307946"/>
              <a:gd name="connsiteX458" fmla="*/ 3139034 w 12192013"/>
              <a:gd name="connsiteY458" fmla="*/ 2179036 h 3307946"/>
              <a:gd name="connsiteX459" fmla="*/ 3619290 w 12192013"/>
              <a:gd name="connsiteY459" fmla="*/ 2567080 h 3307946"/>
              <a:gd name="connsiteX460" fmla="*/ 3574342 w 12192013"/>
              <a:gd name="connsiteY460" fmla="*/ 2416739 h 3307946"/>
              <a:gd name="connsiteX461" fmla="*/ 3106549 w 12192013"/>
              <a:gd name="connsiteY461" fmla="*/ 2019212 h 3307946"/>
              <a:gd name="connsiteX462" fmla="*/ 2122004 w 12192013"/>
              <a:gd name="connsiteY462" fmla="*/ 1725588 h 3307946"/>
              <a:gd name="connsiteX463" fmla="*/ 166597 w 12192013"/>
              <a:gd name="connsiteY463" fmla="*/ 785761 h 3307946"/>
              <a:gd name="connsiteX464" fmla="*/ 14 w 12192013"/>
              <a:gd name="connsiteY464" fmla="*/ 612201 h 3307946"/>
              <a:gd name="connsiteX465" fmla="*/ 14 w 12192013"/>
              <a:gd name="connsiteY465" fmla="*/ 599711 h 3307946"/>
              <a:gd name="connsiteX466" fmla="*/ 173275 w 12192013"/>
              <a:gd name="connsiteY466" fmla="*/ 779841 h 3307946"/>
              <a:gd name="connsiteX467" fmla="*/ 173357 w 12192013"/>
              <a:gd name="connsiteY467" fmla="*/ 779922 h 3307946"/>
              <a:gd name="connsiteX468" fmla="*/ 2124077 w 12192013"/>
              <a:gd name="connsiteY468" fmla="*/ 1716986 h 3307946"/>
              <a:gd name="connsiteX469" fmla="*/ 3109935 w 12192013"/>
              <a:gd name="connsiteY469" fmla="*/ 2011003 h 3307946"/>
              <a:gd name="connsiteX470" fmla="*/ 3568057 w 12192013"/>
              <a:gd name="connsiteY470" fmla="*/ 2392518 h 3307946"/>
              <a:gd name="connsiteX471" fmla="*/ 3538010 w 12192013"/>
              <a:gd name="connsiteY471" fmla="*/ 2263662 h 3307946"/>
              <a:gd name="connsiteX472" fmla="*/ 3077478 w 12192013"/>
              <a:gd name="connsiteY472" fmla="*/ 1851193 h 3307946"/>
              <a:gd name="connsiteX473" fmla="*/ 2074577 w 12192013"/>
              <a:gd name="connsiteY473" fmla="*/ 1562148 h 3307946"/>
              <a:gd name="connsiteX474" fmla="*/ 107859 w 12192013"/>
              <a:gd name="connsiteY474" fmla="*/ 618487 h 3307946"/>
              <a:gd name="connsiteX475" fmla="*/ 107859 w 12192013"/>
              <a:gd name="connsiteY475" fmla="*/ 618487 h 3307946"/>
              <a:gd name="connsiteX476" fmla="*/ 14 w 12192013"/>
              <a:gd name="connsiteY476" fmla="*/ 498233 h 3307946"/>
              <a:gd name="connsiteX477" fmla="*/ 14 w 12192013"/>
              <a:gd name="connsiteY477" fmla="*/ 485187 h 3307946"/>
              <a:gd name="connsiteX478" fmla="*/ 114659 w 12192013"/>
              <a:gd name="connsiteY478" fmla="*/ 612716 h 3307946"/>
              <a:gd name="connsiteX479" fmla="*/ 114727 w 12192013"/>
              <a:gd name="connsiteY479" fmla="*/ 612784 h 3307946"/>
              <a:gd name="connsiteX480" fmla="*/ 2076569 w 12192013"/>
              <a:gd name="connsiteY480" fmla="*/ 1553437 h 3307946"/>
              <a:gd name="connsiteX481" fmla="*/ 3080919 w 12192013"/>
              <a:gd name="connsiteY481" fmla="*/ 1842943 h 3307946"/>
              <a:gd name="connsiteX482" fmla="*/ 3532686 w 12192013"/>
              <a:gd name="connsiteY482" fmla="*/ 2238844 h 3307946"/>
              <a:gd name="connsiteX483" fmla="*/ 3508939 w 12192013"/>
              <a:gd name="connsiteY483" fmla="*/ 2123860 h 3307946"/>
              <a:gd name="connsiteX484" fmla="*/ 3048474 w 12192013"/>
              <a:gd name="connsiteY484" fmla="*/ 1683106 h 3307946"/>
              <a:gd name="connsiteX485" fmla="*/ 2027909 w 12192013"/>
              <a:gd name="connsiteY485" fmla="*/ 1398964 h 3307946"/>
              <a:gd name="connsiteX486" fmla="*/ 49161 w 12192013"/>
              <a:gd name="connsiteY486" fmla="*/ 451253 h 3307946"/>
              <a:gd name="connsiteX487" fmla="*/ 14 w 12192013"/>
              <a:gd name="connsiteY487" fmla="*/ 392528 h 3307946"/>
              <a:gd name="connsiteX488" fmla="*/ 14 w 12192013"/>
              <a:gd name="connsiteY488" fmla="*/ 378805 h 3307946"/>
              <a:gd name="connsiteX489" fmla="*/ 56056 w 12192013"/>
              <a:gd name="connsiteY489" fmla="*/ 445591 h 3307946"/>
              <a:gd name="connsiteX490" fmla="*/ 56097 w 12192013"/>
              <a:gd name="connsiteY490" fmla="*/ 445631 h 3307946"/>
              <a:gd name="connsiteX491" fmla="*/ 2029792 w 12192013"/>
              <a:gd name="connsiteY491" fmla="*/ 1390240 h 3307946"/>
              <a:gd name="connsiteX492" fmla="*/ 3051861 w 12192013"/>
              <a:gd name="connsiteY492" fmla="*/ 1674869 h 3307946"/>
              <a:gd name="connsiteX493" fmla="*/ 3503331 w 12192013"/>
              <a:gd name="connsiteY493" fmla="*/ 2096076 h 3307946"/>
              <a:gd name="connsiteX494" fmla="*/ 3499389 w 12192013"/>
              <a:gd name="connsiteY494" fmla="*/ 2076406 h 3307946"/>
              <a:gd name="connsiteX495" fmla="*/ 3482713 w 12192013"/>
              <a:gd name="connsiteY495" fmla="*/ 1993771 h 3307946"/>
              <a:gd name="connsiteX496" fmla="*/ 3019457 w 12192013"/>
              <a:gd name="connsiteY496" fmla="*/ 1515046 h 3307946"/>
              <a:gd name="connsiteX497" fmla="*/ 1981810 w 12192013"/>
              <a:gd name="connsiteY497" fmla="*/ 1236052 h 3307946"/>
              <a:gd name="connsiteX498" fmla="*/ 14 w 12192013"/>
              <a:gd name="connsiteY498" fmla="*/ 296293 h 3307946"/>
              <a:gd name="connsiteX499" fmla="*/ 14 w 12192013"/>
              <a:gd name="connsiteY499" fmla="*/ 281771 h 3307946"/>
              <a:gd name="connsiteX500" fmla="*/ 1983598 w 12192013"/>
              <a:gd name="connsiteY500" fmla="*/ 1227328 h 3307946"/>
              <a:gd name="connsiteX501" fmla="*/ 3022857 w 12192013"/>
              <a:gd name="connsiteY501" fmla="*/ 1506809 h 3307946"/>
              <a:gd name="connsiteX502" fmla="*/ 3475790 w 12192013"/>
              <a:gd name="connsiteY502" fmla="*/ 1960027 h 3307946"/>
              <a:gd name="connsiteX503" fmla="*/ 3457069 w 12192013"/>
              <a:gd name="connsiteY503" fmla="*/ 1872041 h 3307946"/>
              <a:gd name="connsiteX504" fmla="*/ 2990440 w 12192013"/>
              <a:gd name="connsiteY504" fmla="*/ 1347013 h 3307946"/>
              <a:gd name="connsiteX505" fmla="*/ 1936212 w 12192013"/>
              <a:gd name="connsiteY505" fmla="*/ 1073397 h 3307946"/>
              <a:gd name="connsiteX506" fmla="*/ 14 w 12192013"/>
              <a:gd name="connsiteY506" fmla="*/ 204392 h 3307946"/>
              <a:gd name="connsiteX507" fmla="*/ 14 w 12192013"/>
              <a:gd name="connsiteY507" fmla="*/ 190263 h 3307946"/>
              <a:gd name="connsiteX508" fmla="*/ 1937891 w 12192013"/>
              <a:gd name="connsiteY508" fmla="*/ 1064633 h 3307946"/>
              <a:gd name="connsiteX509" fmla="*/ 2993813 w 12192013"/>
              <a:gd name="connsiteY509" fmla="*/ 1338749 h 3307946"/>
              <a:gd name="connsiteX510" fmla="*/ 3446611 w 12192013"/>
              <a:gd name="connsiteY510" fmla="*/ 1825535 h 3307946"/>
              <a:gd name="connsiteX511" fmla="*/ 3430558 w 12192013"/>
              <a:gd name="connsiteY511" fmla="*/ 1758141 h 3307946"/>
              <a:gd name="connsiteX512" fmla="*/ 2961396 w 12192013"/>
              <a:gd name="connsiteY512" fmla="*/ 1178953 h 3307946"/>
              <a:gd name="connsiteX513" fmla="*/ 1891006 w 12192013"/>
              <a:gd name="connsiteY513" fmla="*/ 910891 h 3307946"/>
              <a:gd name="connsiteX514" fmla="*/ 14 w 12192013"/>
              <a:gd name="connsiteY514" fmla="*/ 109999 h 3307946"/>
              <a:gd name="connsiteX515" fmla="*/ 14 w 12192013"/>
              <a:gd name="connsiteY515" fmla="*/ 96547 h 3307946"/>
              <a:gd name="connsiteX516" fmla="*/ 1892578 w 12192013"/>
              <a:gd name="connsiteY516" fmla="*/ 902100 h 3307946"/>
              <a:gd name="connsiteX517" fmla="*/ 2964797 w 12192013"/>
              <a:gd name="connsiteY517" fmla="*/ 1170676 h 3307946"/>
              <a:gd name="connsiteX518" fmla="*/ 3408436 w 12192013"/>
              <a:gd name="connsiteY518" fmla="*/ 1673894 h 3307946"/>
              <a:gd name="connsiteX519" fmla="*/ 2932379 w 12192013"/>
              <a:gd name="connsiteY519" fmla="*/ 1010879 h 3307946"/>
              <a:gd name="connsiteX520" fmla="*/ 1846140 w 12192013"/>
              <a:gd name="connsiteY520" fmla="*/ 748521 h 3307946"/>
              <a:gd name="connsiteX521" fmla="*/ 14 w 12192013"/>
              <a:gd name="connsiteY521" fmla="*/ 13032 h 3307946"/>
              <a:gd name="connsiteX522" fmla="*/ 14 w 12192013"/>
              <a:gd name="connsiteY522" fmla="*/ 0 h 3307946"/>
              <a:gd name="connsiteX523" fmla="*/ 636761 w 12192013"/>
              <a:gd name="connsiteY523" fmla="*/ 2124023 h 3307946"/>
              <a:gd name="connsiteX524" fmla="*/ 636734 w 12192013"/>
              <a:gd name="connsiteY524" fmla="*/ 2124023 h 330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</a:cxnLst>
            <a:rect l="l" t="t" r="r" b="b"/>
            <a:pathLst>
              <a:path w="12192013" h="3307946">
                <a:moveTo>
                  <a:pt x="3853499" y="2935468"/>
                </a:moveTo>
                <a:lnTo>
                  <a:pt x="3849936" y="2927855"/>
                </a:lnTo>
                <a:lnTo>
                  <a:pt x="3848622" y="2926852"/>
                </a:lnTo>
                <a:lnTo>
                  <a:pt x="3853499" y="2935481"/>
                </a:lnTo>
                <a:close/>
                <a:moveTo>
                  <a:pt x="3777204" y="2769196"/>
                </a:moveTo>
                <a:cubicBezTo>
                  <a:pt x="3795695" y="2816244"/>
                  <a:pt x="3815121" y="2861611"/>
                  <a:pt x="3836077" y="2904622"/>
                </a:cubicBezTo>
                <a:cubicBezTo>
                  <a:pt x="3837798" y="2906072"/>
                  <a:pt x="3839505" y="2907494"/>
                  <a:pt x="3841225" y="2908889"/>
                </a:cubicBezTo>
                <a:cubicBezTo>
                  <a:pt x="3828397" y="2880658"/>
                  <a:pt x="3815961" y="2851749"/>
                  <a:pt x="3803755" y="2822299"/>
                </a:cubicBezTo>
                <a:cubicBezTo>
                  <a:pt x="3794977" y="2804634"/>
                  <a:pt x="3786131" y="2786902"/>
                  <a:pt x="3777204" y="2769196"/>
                </a:cubicBezTo>
                <a:close/>
                <a:moveTo>
                  <a:pt x="3726079" y="2629313"/>
                </a:moveTo>
                <a:cubicBezTo>
                  <a:pt x="3733678" y="2651367"/>
                  <a:pt x="3741359" y="2673204"/>
                  <a:pt x="3749176" y="2694771"/>
                </a:cubicBezTo>
                <a:cubicBezTo>
                  <a:pt x="3754486" y="2704944"/>
                  <a:pt x="3759728" y="2715159"/>
                  <a:pt x="3764957" y="2725373"/>
                </a:cubicBezTo>
                <a:cubicBezTo>
                  <a:pt x="3757100" y="2705161"/>
                  <a:pt x="3749284" y="2684773"/>
                  <a:pt x="3741495" y="2664291"/>
                </a:cubicBezTo>
                <a:cubicBezTo>
                  <a:pt x="3736374" y="2652641"/>
                  <a:pt x="3731253" y="2640991"/>
                  <a:pt x="3726079" y="2629313"/>
                </a:cubicBezTo>
                <a:close/>
                <a:moveTo>
                  <a:pt x="3793744" y="2849216"/>
                </a:moveTo>
                <a:cubicBezTo>
                  <a:pt x="3799081" y="2859999"/>
                  <a:pt x="3804541" y="2870593"/>
                  <a:pt x="3810136" y="2880997"/>
                </a:cubicBezTo>
                <a:cubicBezTo>
                  <a:pt x="3811666" y="2882501"/>
                  <a:pt x="3813184" y="2883991"/>
                  <a:pt x="3814741" y="2885454"/>
                </a:cubicBezTo>
                <a:cubicBezTo>
                  <a:pt x="3807806" y="2873384"/>
                  <a:pt x="3800815" y="2861286"/>
                  <a:pt x="3793744" y="2849216"/>
                </a:cubicBezTo>
                <a:close/>
                <a:moveTo>
                  <a:pt x="3707140" y="2634664"/>
                </a:moveTo>
                <a:cubicBezTo>
                  <a:pt x="3723572" y="2683270"/>
                  <a:pt x="3740926" y="2730263"/>
                  <a:pt x="3759810" y="2774981"/>
                </a:cubicBezTo>
                <a:cubicBezTo>
                  <a:pt x="3770376" y="2792280"/>
                  <a:pt x="3780793" y="2809660"/>
                  <a:pt x="3791075" y="2827081"/>
                </a:cubicBezTo>
                <a:cubicBezTo>
                  <a:pt x="3773519" y="2785547"/>
                  <a:pt x="3756924" y="2742414"/>
                  <a:pt x="3740899" y="2698185"/>
                </a:cubicBezTo>
                <a:cubicBezTo>
                  <a:pt x="3729831" y="2676930"/>
                  <a:pt x="3718601" y="2655756"/>
                  <a:pt x="3707140" y="2634664"/>
                </a:cubicBezTo>
                <a:close/>
                <a:moveTo>
                  <a:pt x="3661407" y="2488861"/>
                </a:moveTo>
                <a:cubicBezTo>
                  <a:pt x="3671431" y="2522796"/>
                  <a:pt x="3681645" y="2556283"/>
                  <a:pt x="3692185" y="2589161"/>
                </a:cubicBezTo>
                <a:cubicBezTo>
                  <a:pt x="3701816" y="2606243"/>
                  <a:pt x="3711259" y="2623434"/>
                  <a:pt x="3720565" y="2640679"/>
                </a:cubicBezTo>
                <a:cubicBezTo>
                  <a:pt x="3709904" y="2609901"/>
                  <a:pt x="3699419" y="2578676"/>
                  <a:pt x="3688974" y="2547193"/>
                </a:cubicBezTo>
                <a:cubicBezTo>
                  <a:pt x="3679952" y="2527673"/>
                  <a:pt x="3670781" y="2508206"/>
                  <a:pt x="3661407" y="2488848"/>
                </a:cubicBezTo>
                <a:close/>
                <a:moveTo>
                  <a:pt x="3627933" y="2372468"/>
                </a:moveTo>
                <a:cubicBezTo>
                  <a:pt x="3634286" y="2394956"/>
                  <a:pt x="3640653" y="2417335"/>
                  <a:pt x="3647047" y="2439565"/>
                </a:cubicBezTo>
                <a:cubicBezTo>
                  <a:pt x="3653590" y="2452556"/>
                  <a:pt x="3660052" y="2465615"/>
                  <a:pt x="3666405" y="2478729"/>
                </a:cubicBezTo>
                <a:lnTo>
                  <a:pt x="3665322" y="2475410"/>
                </a:lnTo>
                <a:cubicBezTo>
                  <a:pt x="3658792" y="2455510"/>
                  <a:pt x="3652236" y="2435542"/>
                  <a:pt x="3645625" y="2415560"/>
                </a:cubicBezTo>
                <a:cubicBezTo>
                  <a:pt x="3639813" y="2401147"/>
                  <a:pt x="3633921" y="2386787"/>
                  <a:pt x="3627947" y="2372468"/>
                </a:cubicBezTo>
                <a:close/>
                <a:moveTo>
                  <a:pt x="3512095" y="2034913"/>
                </a:moveTo>
                <a:cubicBezTo>
                  <a:pt x="3506460" y="2012831"/>
                  <a:pt x="3500730" y="1990805"/>
                  <a:pt x="3494810" y="1968886"/>
                </a:cubicBezTo>
                <a:cubicBezTo>
                  <a:pt x="3488917" y="1952684"/>
                  <a:pt x="3482875" y="1936591"/>
                  <a:pt x="3476657" y="1920633"/>
                </a:cubicBezTo>
                <a:cubicBezTo>
                  <a:pt x="3481602" y="1943974"/>
                  <a:pt x="3486438" y="1967355"/>
                  <a:pt x="3491193" y="1990723"/>
                </a:cubicBezTo>
                <a:cubicBezTo>
                  <a:pt x="3498332" y="2005313"/>
                  <a:pt x="3505295" y="2020052"/>
                  <a:pt x="3512095" y="2034913"/>
                </a:cubicBezTo>
                <a:close/>
                <a:moveTo>
                  <a:pt x="3546450" y="2174470"/>
                </a:moveTo>
                <a:cubicBezTo>
                  <a:pt x="3539365" y="2145033"/>
                  <a:pt x="3532226" y="2115529"/>
                  <a:pt x="3524938" y="2086065"/>
                </a:cubicBezTo>
                <a:cubicBezTo>
                  <a:pt x="3516403" y="2066124"/>
                  <a:pt x="3507625" y="2046387"/>
                  <a:pt x="3498535" y="2026893"/>
                </a:cubicBezTo>
                <a:lnTo>
                  <a:pt x="3508153" y="2074672"/>
                </a:lnTo>
                <a:lnTo>
                  <a:pt x="3517379" y="2120555"/>
                </a:lnTo>
                <a:cubicBezTo>
                  <a:pt x="3527363" y="2138301"/>
                  <a:pt x="3537035" y="2156277"/>
                  <a:pt x="3546463" y="2174470"/>
                </a:cubicBezTo>
                <a:close/>
                <a:moveTo>
                  <a:pt x="3580831" y="2316846"/>
                </a:moveTo>
                <a:cubicBezTo>
                  <a:pt x="3572310" y="2282248"/>
                  <a:pt x="3563939" y="2247311"/>
                  <a:pt x="3555512" y="2212225"/>
                </a:cubicBezTo>
                <a:cubicBezTo>
                  <a:pt x="3545109" y="2191214"/>
                  <a:pt x="3534407" y="2170447"/>
                  <a:pt x="3523326" y="2149964"/>
                </a:cubicBezTo>
                <a:cubicBezTo>
                  <a:pt x="3530871" y="2187055"/>
                  <a:pt x="3538511" y="2223834"/>
                  <a:pt x="3546395" y="2260126"/>
                </a:cubicBezTo>
                <a:cubicBezTo>
                  <a:pt x="3558195" y="2278780"/>
                  <a:pt x="3569669" y="2297691"/>
                  <a:pt x="3580818" y="2316859"/>
                </a:cubicBezTo>
                <a:close/>
                <a:moveTo>
                  <a:pt x="3620347" y="2469449"/>
                </a:moveTo>
                <a:cubicBezTo>
                  <a:pt x="3609387" y="2429947"/>
                  <a:pt x="3598916" y="2389605"/>
                  <a:pt x="3588702" y="2348694"/>
                </a:cubicBezTo>
                <a:cubicBezTo>
                  <a:pt x="3576889" y="2327629"/>
                  <a:pt x="3564724" y="2306821"/>
                  <a:pt x="3552166" y="2286325"/>
                </a:cubicBezTo>
                <a:cubicBezTo>
                  <a:pt x="3561771" y="2329444"/>
                  <a:pt x="3571809" y="2371778"/>
                  <a:pt x="3582565" y="2413000"/>
                </a:cubicBezTo>
                <a:cubicBezTo>
                  <a:pt x="3595502" y="2431559"/>
                  <a:pt x="3608073" y="2450402"/>
                  <a:pt x="3620347" y="2469449"/>
                </a:cubicBezTo>
                <a:close/>
                <a:moveTo>
                  <a:pt x="3675048" y="2643984"/>
                </a:moveTo>
                <a:cubicBezTo>
                  <a:pt x="3658359" y="2597736"/>
                  <a:pt x="3643146" y="2549401"/>
                  <a:pt x="3628827" y="2499536"/>
                </a:cubicBezTo>
                <a:cubicBezTo>
                  <a:pt x="3616066" y="2479067"/>
                  <a:pt x="3602939" y="2458801"/>
                  <a:pt x="3589460" y="2438847"/>
                </a:cubicBezTo>
                <a:cubicBezTo>
                  <a:pt x="3603928" y="2492045"/>
                  <a:pt x="3619778" y="2543197"/>
                  <a:pt x="3637605" y="2591572"/>
                </a:cubicBezTo>
                <a:cubicBezTo>
                  <a:pt x="3650366" y="2608831"/>
                  <a:pt x="3662843" y="2626319"/>
                  <a:pt x="3675048" y="2643971"/>
                </a:cubicBezTo>
                <a:close/>
                <a:moveTo>
                  <a:pt x="3742362" y="2800394"/>
                </a:moveTo>
                <a:cubicBezTo>
                  <a:pt x="3722624" y="2762396"/>
                  <a:pt x="3704743" y="2721851"/>
                  <a:pt x="3688270" y="2679314"/>
                </a:cubicBezTo>
                <a:cubicBezTo>
                  <a:pt x="3675780" y="2660620"/>
                  <a:pt x="3663032" y="2642115"/>
                  <a:pt x="3649960" y="2623813"/>
                </a:cubicBezTo>
                <a:cubicBezTo>
                  <a:pt x="3675997" y="2689041"/>
                  <a:pt x="3706219" y="2748578"/>
                  <a:pt x="3742362" y="2800394"/>
                </a:cubicBezTo>
                <a:close/>
                <a:moveTo>
                  <a:pt x="3838543" y="2930429"/>
                </a:moveTo>
                <a:lnTo>
                  <a:pt x="3839166" y="2931160"/>
                </a:lnTo>
                <a:cubicBezTo>
                  <a:pt x="3835847" y="2924631"/>
                  <a:pt x="3832528" y="2918020"/>
                  <a:pt x="3829291" y="2911368"/>
                </a:cubicBezTo>
                <a:lnTo>
                  <a:pt x="3825037" y="2907724"/>
                </a:lnTo>
                <a:cubicBezTo>
                  <a:pt x="3829467" y="2915392"/>
                  <a:pt x="3833964" y="2922978"/>
                  <a:pt x="3838543" y="2930429"/>
                </a:cubicBezTo>
                <a:close/>
                <a:moveTo>
                  <a:pt x="3713995" y="2718559"/>
                </a:moveTo>
                <a:cubicBezTo>
                  <a:pt x="3734112" y="2765755"/>
                  <a:pt x="3756355" y="2809958"/>
                  <a:pt x="3781322" y="2850463"/>
                </a:cubicBezTo>
                <a:cubicBezTo>
                  <a:pt x="3783476" y="2852915"/>
                  <a:pt x="3785630" y="2855367"/>
                  <a:pt x="3787824" y="2857791"/>
                </a:cubicBezTo>
                <a:cubicBezTo>
                  <a:pt x="3775050" y="2832229"/>
                  <a:pt x="3762953" y="2805704"/>
                  <a:pt x="3751411" y="2778327"/>
                </a:cubicBezTo>
                <a:cubicBezTo>
                  <a:pt x="3739178" y="2758291"/>
                  <a:pt x="3726702" y="2738350"/>
                  <a:pt x="3713995" y="2718559"/>
                </a:cubicBezTo>
                <a:close/>
                <a:moveTo>
                  <a:pt x="3646817" y="2528946"/>
                </a:moveTo>
                <a:cubicBezTo>
                  <a:pt x="3662111" y="2579868"/>
                  <a:pt x="3678503" y="2629015"/>
                  <a:pt x="3696601" y="2675684"/>
                </a:cubicBezTo>
                <a:cubicBezTo>
                  <a:pt x="3708671" y="2693768"/>
                  <a:pt x="3720484" y="2711989"/>
                  <a:pt x="3732093" y="2730317"/>
                </a:cubicBezTo>
                <a:cubicBezTo>
                  <a:pt x="3714997" y="2686074"/>
                  <a:pt x="3699080" y="2640002"/>
                  <a:pt x="3683908" y="2592629"/>
                </a:cubicBezTo>
                <a:cubicBezTo>
                  <a:pt x="3671838" y="2571225"/>
                  <a:pt x="3659497" y="2549957"/>
                  <a:pt x="3646831" y="2528946"/>
                </a:cubicBezTo>
                <a:close/>
                <a:moveTo>
                  <a:pt x="3605771" y="2379675"/>
                </a:moveTo>
                <a:cubicBezTo>
                  <a:pt x="3615849" y="2419137"/>
                  <a:pt x="3626213" y="2458016"/>
                  <a:pt x="3637118" y="2495987"/>
                </a:cubicBezTo>
                <a:cubicBezTo>
                  <a:pt x="3648808" y="2514763"/>
                  <a:pt x="3660201" y="2533742"/>
                  <a:pt x="3671377" y="2552856"/>
                </a:cubicBezTo>
                <a:cubicBezTo>
                  <a:pt x="3660228" y="2516754"/>
                  <a:pt x="3649404" y="2480015"/>
                  <a:pt x="3638703" y="2442857"/>
                </a:cubicBezTo>
                <a:cubicBezTo>
                  <a:pt x="3627987" y="2421616"/>
                  <a:pt x="3617028" y="2400537"/>
                  <a:pt x="3605771" y="2379675"/>
                </a:cubicBezTo>
                <a:close/>
                <a:moveTo>
                  <a:pt x="3573814" y="2250074"/>
                </a:moveTo>
                <a:cubicBezTo>
                  <a:pt x="3581509" y="2282072"/>
                  <a:pt x="3589230" y="2313866"/>
                  <a:pt x="3597087" y="2345321"/>
                </a:cubicBezTo>
                <a:cubicBezTo>
                  <a:pt x="3607003" y="2363013"/>
                  <a:pt x="3616676" y="2380895"/>
                  <a:pt x="3626145" y="2398912"/>
                </a:cubicBezTo>
                <a:cubicBezTo>
                  <a:pt x="3620862" y="2380326"/>
                  <a:pt x="3615605" y="2361672"/>
                  <a:pt x="3610322" y="2342937"/>
                </a:cubicBezTo>
                <a:lnTo>
                  <a:pt x="3600799" y="2309192"/>
                </a:lnTo>
                <a:cubicBezTo>
                  <a:pt x="3592007" y="2289333"/>
                  <a:pt x="3583039" y="2269622"/>
                  <a:pt x="3573814" y="2250074"/>
                </a:cubicBezTo>
                <a:close/>
                <a:moveTo>
                  <a:pt x="3547425" y="2140346"/>
                </a:moveTo>
                <a:cubicBezTo>
                  <a:pt x="3552884" y="2162874"/>
                  <a:pt x="3558276" y="2185403"/>
                  <a:pt x="3563667" y="2207863"/>
                </a:cubicBezTo>
                <a:lnTo>
                  <a:pt x="3563952" y="2209055"/>
                </a:lnTo>
                <a:cubicBezTo>
                  <a:pt x="3570888" y="2223089"/>
                  <a:pt x="3577702" y="2237232"/>
                  <a:pt x="3584367" y="2251470"/>
                </a:cubicBezTo>
                <a:cubicBezTo>
                  <a:pt x="3578163" y="2229849"/>
                  <a:pt x="3571904" y="2208242"/>
                  <a:pt x="3565510" y="2186662"/>
                </a:cubicBezTo>
                <a:cubicBezTo>
                  <a:pt x="3559590" y="2171151"/>
                  <a:pt x="3553589" y="2155695"/>
                  <a:pt x="3547425" y="2140360"/>
                </a:cubicBezTo>
                <a:close/>
                <a:moveTo>
                  <a:pt x="3532375" y="2078939"/>
                </a:moveTo>
                <a:lnTo>
                  <a:pt x="3533431" y="2083166"/>
                </a:lnTo>
                <a:lnTo>
                  <a:pt x="3534651" y="2086024"/>
                </a:lnTo>
                <a:lnTo>
                  <a:pt x="3532375" y="2078939"/>
                </a:lnTo>
                <a:close/>
                <a:moveTo>
                  <a:pt x="3462935" y="1857289"/>
                </a:moveTo>
                <a:lnTo>
                  <a:pt x="3465563" y="1869115"/>
                </a:lnTo>
                <a:lnTo>
                  <a:pt x="3468949" y="1877284"/>
                </a:lnTo>
                <a:cubicBezTo>
                  <a:pt x="3466971" y="1870591"/>
                  <a:pt x="3464967" y="1863927"/>
                  <a:pt x="3462935" y="1857289"/>
                </a:cubicBezTo>
                <a:close/>
                <a:moveTo>
                  <a:pt x="7248889" y="3307933"/>
                </a:moveTo>
                <a:lnTo>
                  <a:pt x="7270970" y="3307933"/>
                </a:lnTo>
                <a:cubicBezTo>
                  <a:pt x="7353781" y="3273620"/>
                  <a:pt x="7440805" y="3269447"/>
                  <a:pt x="7538951" y="3307933"/>
                </a:cubicBezTo>
                <a:lnTo>
                  <a:pt x="7561776" y="3307933"/>
                </a:lnTo>
                <a:cubicBezTo>
                  <a:pt x="7445668" y="3256294"/>
                  <a:pt x="7344895" y="3262647"/>
                  <a:pt x="7248875" y="3307933"/>
                </a:cubicBezTo>
                <a:close/>
                <a:moveTo>
                  <a:pt x="7019991" y="3307933"/>
                </a:moveTo>
                <a:lnTo>
                  <a:pt x="7033917" y="3307933"/>
                </a:lnTo>
                <a:cubicBezTo>
                  <a:pt x="7060211" y="3286123"/>
                  <a:pt x="7086532" y="3266765"/>
                  <a:pt x="7113152" y="3250306"/>
                </a:cubicBezTo>
                <a:cubicBezTo>
                  <a:pt x="7256706" y="3161562"/>
                  <a:pt x="7409526" y="3157322"/>
                  <a:pt x="7612441" y="3307933"/>
                </a:cubicBezTo>
                <a:lnTo>
                  <a:pt x="7626800" y="3307933"/>
                </a:lnTo>
                <a:cubicBezTo>
                  <a:pt x="7415595" y="3147311"/>
                  <a:pt x="7257369" y="3150657"/>
                  <a:pt x="7108464" y="3242693"/>
                </a:cubicBezTo>
                <a:cubicBezTo>
                  <a:pt x="7078689" y="3261103"/>
                  <a:pt x="7049306" y="3283048"/>
                  <a:pt x="7019991" y="3307933"/>
                </a:cubicBezTo>
                <a:close/>
                <a:moveTo>
                  <a:pt x="6833576" y="3307933"/>
                </a:moveTo>
                <a:lnTo>
                  <a:pt x="6845944" y="3307933"/>
                </a:lnTo>
                <a:cubicBezTo>
                  <a:pt x="6901837" y="3249940"/>
                  <a:pt x="6956647" y="3200509"/>
                  <a:pt x="7012920" y="3164000"/>
                </a:cubicBezTo>
                <a:cubicBezTo>
                  <a:pt x="7183391" y="3053392"/>
                  <a:pt x="7368615" y="3061195"/>
                  <a:pt x="7641661" y="3307933"/>
                </a:cubicBezTo>
                <a:lnTo>
                  <a:pt x="7654463" y="3307933"/>
                </a:lnTo>
                <a:cubicBezTo>
                  <a:pt x="7373492" y="3051265"/>
                  <a:pt x="7183432" y="3042744"/>
                  <a:pt x="7008083" y="3156523"/>
                </a:cubicBezTo>
                <a:cubicBezTo>
                  <a:pt x="6949115" y="3194778"/>
                  <a:pt x="6891935" y="3246852"/>
                  <a:pt x="6833576" y="3307933"/>
                </a:cubicBezTo>
                <a:close/>
                <a:moveTo>
                  <a:pt x="6661723" y="3307933"/>
                </a:moveTo>
                <a:lnTo>
                  <a:pt x="6673522" y="3307933"/>
                </a:lnTo>
                <a:cubicBezTo>
                  <a:pt x="6755140" y="3213744"/>
                  <a:pt x="6832181" y="3132802"/>
                  <a:pt x="6912620" y="3078074"/>
                </a:cubicBezTo>
                <a:cubicBezTo>
                  <a:pt x="7104103" y="2947741"/>
                  <a:pt x="7316365" y="2966043"/>
                  <a:pt x="7660112" y="3307933"/>
                </a:cubicBezTo>
                <a:lnTo>
                  <a:pt x="7672290" y="3307933"/>
                </a:lnTo>
                <a:cubicBezTo>
                  <a:pt x="7320632" y="2956046"/>
                  <a:pt x="7103791" y="2937188"/>
                  <a:pt x="6907581" y="3070704"/>
                </a:cubicBezTo>
                <a:cubicBezTo>
                  <a:pt x="6824649" y="3127140"/>
                  <a:pt x="6745631" y="3210777"/>
                  <a:pt x="6661736" y="3307933"/>
                </a:cubicBezTo>
                <a:close/>
                <a:moveTo>
                  <a:pt x="6496684" y="3307933"/>
                </a:moveTo>
                <a:lnTo>
                  <a:pt x="6508266" y="3307933"/>
                </a:lnTo>
                <a:cubicBezTo>
                  <a:pt x="6615054" y="3179037"/>
                  <a:pt x="6710599" y="3064947"/>
                  <a:pt x="6812199" y="2992486"/>
                </a:cubicBezTo>
                <a:cubicBezTo>
                  <a:pt x="7021264" y="2843378"/>
                  <a:pt x="7257640" y="2870593"/>
                  <a:pt x="7675623" y="3307933"/>
                </a:cubicBezTo>
                <a:lnTo>
                  <a:pt x="7687571" y="3307933"/>
                </a:lnTo>
                <a:cubicBezTo>
                  <a:pt x="7261569" y="2860542"/>
                  <a:pt x="7020723" y="2832811"/>
                  <a:pt x="6806997" y="2985238"/>
                </a:cubicBezTo>
                <a:cubicBezTo>
                  <a:pt x="6702999" y="3059406"/>
                  <a:pt x="6605761" y="3176219"/>
                  <a:pt x="6496670" y="3307933"/>
                </a:cubicBezTo>
                <a:close/>
                <a:moveTo>
                  <a:pt x="6334435" y="3307933"/>
                </a:moveTo>
                <a:lnTo>
                  <a:pt x="6346017" y="3307933"/>
                </a:lnTo>
                <a:cubicBezTo>
                  <a:pt x="6368885" y="3280271"/>
                  <a:pt x="6391114" y="3252948"/>
                  <a:pt x="6412857" y="3226247"/>
                </a:cubicBezTo>
                <a:cubicBezTo>
                  <a:pt x="6517871" y="3097229"/>
                  <a:pt x="6611586" y="2982096"/>
                  <a:pt x="6711723" y="2907278"/>
                </a:cubicBezTo>
                <a:cubicBezTo>
                  <a:pt x="6936029" y="2739732"/>
                  <a:pt x="7194662" y="2774290"/>
                  <a:pt x="7691974" y="3307933"/>
                </a:cubicBezTo>
                <a:lnTo>
                  <a:pt x="7703854" y="3307933"/>
                </a:lnTo>
                <a:cubicBezTo>
                  <a:pt x="7198320" y="2764048"/>
                  <a:pt x="6935311" y="2729139"/>
                  <a:pt x="6706386" y="2900138"/>
                </a:cubicBezTo>
                <a:cubicBezTo>
                  <a:pt x="6605341" y="2975620"/>
                  <a:pt x="6511314" y="3091133"/>
                  <a:pt x="6405948" y="3220598"/>
                </a:cubicBezTo>
                <a:cubicBezTo>
                  <a:pt x="6382743" y="3249127"/>
                  <a:pt x="6358955" y="3278334"/>
                  <a:pt x="6334448" y="3307920"/>
                </a:cubicBezTo>
                <a:close/>
                <a:moveTo>
                  <a:pt x="6172078" y="3307933"/>
                </a:moveTo>
                <a:lnTo>
                  <a:pt x="6183837" y="3307933"/>
                </a:lnTo>
                <a:cubicBezTo>
                  <a:pt x="6234244" y="3248911"/>
                  <a:pt x="6281075" y="3190362"/>
                  <a:pt x="6325820" y="3134401"/>
                </a:cubicBezTo>
                <a:cubicBezTo>
                  <a:pt x="6425685" y="3009487"/>
                  <a:pt x="6515202" y="2897510"/>
                  <a:pt x="6611207" y="2822448"/>
                </a:cubicBezTo>
                <a:cubicBezTo>
                  <a:pt x="6848897" y="2636588"/>
                  <a:pt x="7128419" y="2677025"/>
                  <a:pt x="7710939" y="3307947"/>
                </a:cubicBezTo>
                <a:lnTo>
                  <a:pt x="7722874" y="3307947"/>
                </a:lnTo>
                <a:cubicBezTo>
                  <a:pt x="7131846" y="2666553"/>
                  <a:pt x="6847989" y="2625967"/>
                  <a:pt x="6605694" y="2815417"/>
                </a:cubicBezTo>
                <a:cubicBezTo>
                  <a:pt x="6508903" y="2891116"/>
                  <a:pt x="6419075" y="3003486"/>
                  <a:pt x="6318856" y="3128833"/>
                </a:cubicBezTo>
                <a:cubicBezTo>
                  <a:pt x="6272703" y="3186555"/>
                  <a:pt x="6224328" y="3247041"/>
                  <a:pt x="6172078" y="3307947"/>
                </a:cubicBezTo>
                <a:close/>
                <a:moveTo>
                  <a:pt x="6006836" y="3307933"/>
                </a:moveTo>
                <a:lnTo>
                  <a:pt x="6018961" y="3307933"/>
                </a:lnTo>
                <a:cubicBezTo>
                  <a:pt x="6100552" y="3218525"/>
                  <a:pt x="6171943" y="3127614"/>
                  <a:pt x="6238674" y="3042622"/>
                </a:cubicBezTo>
                <a:cubicBezTo>
                  <a:pt x="6333500" y="2921840"/>
                  <a:pt x="6418912" y="2813047"/>
                  <a:pt x="6510664" y="2737971"/>
                </a:cubicBezTo>
                <a:cubicBezTo>
                  <a:pt x="6760248" y="2533769"/>
                  <a:pt x="7059561" y="2578405"/>
                  <a:pt x="7734050" y="3307933"/>
                </a:cubicBezTo>
                <a:lnTo>
                  <a:pt x="7746025" y="3307933"/>
                </a:lnTo>
                <a:cubicBezTo>
                  <a:pt x="7062799" y="2567811"/>
                  <a:pt x="6759218" y="2523135"/>
                  <a:pt x="6505029" y="2731076"/>
                </a:cubicBezTo>
                <a:cubicBezTo>
                  <a:pt x="6412450" y="2806802"/>
                  <a:pt x="6326795" y="2915934"/>
                  <a:pt x="6231670" y="3037109"/>
                </a:cubicBezTo>
                <a:cubicBezTo>
                  <a:pt x="6163584" y="3123848"/>
                  <a:pt x="6090595" y="3216778"/>
                  <a:pt x="6006836" y="3307933"/>
                </a:cubicBezTo>
                <a:close/>
                <a:moveTo>
                  <a:pt x="5835471" y="3307933"/>
                </a:moveTo>
                <a:lnTo>
                  <a:pt x="5848300" y="3307933"/>
                </a:lnTo>
                <a:cubicBezTo>
                  <a:pt x="5966914" y="3190376"/>
                  <a:pt x="6063285" y="3065326"/>
                  <a:pt x="6151433" y="2950925"/>
                </a:cubicBezTo>
                <a:cubicBezTo>
                  <a:pt x="6241275" y="2834301"/>
                  <a:pt x="6322582" y="2728773"/>
                  <a:pt x="6410148" y="2653873"/>
                </a:cubicBezTo>
                <a:cubicBezTo>
                  <a:pt x="6670338" y="2431275"/>
                  <a:pt x="6988522" y="2478715"/>
                  <a:pt x="7762172" y="3307933"/>
                </a:cubicBezTo>
                <a:lnTo>
                  <a:pt x="7774324" y="3307933"/>
                </a:lnTo>
                <a:cubicBezTo>
                  <a:pt x="6991530" y="2467756"/>
                  <a:pt x="6669132" y="2420559"/>
                  <a:pt x="6404349" y="2647100"/>
                </a:cubicBezTo>
                <a:cubicBezTo>
                  <a:pt x="6316107" y="2722596"/>
                  <a:pt x="6234528" y="2828490"/>
                  <a:pt x="6144376" y="2945479"/>
                </a:cubicBezTo>
                <a:cubicBezTo>
                  <a:pt x="6054859" y="3061669"/>
                  <a:pt x="5956822" y="3188858"/>
                  <a:pt x="5835485" y="3307933"/>
                </a:cubicBezTo>
                <a:close/>
                <a:moveTo>
                  <a:pt x="14" y="2643984"/>
                </a:moveTo>
                <a:lnTo>
                  <a:pt x="14" y="2653724"/>
                </a:lnTo>
                <a:cubicBezTo>
                  <a:pt x="427533" y="2842904"/>
                  <a:pt x="880831" y="3070759"/>
                  <a:pt x="1343748" y="3307947"/>
                </a:cubicBezTo>
                <a:lnTo>
                  <a:pt x="1363296" y="3307947"/>
                </a:lnTo>
                <a:cubicBezTo>
                  <a:pt x="893606" y="3067182"/>
                  <a:pt x="433615" y="2835683"/>
                  <a:pt x="14" y="2643984"/>
                </a:cubicBezTo>
                <a:close/>
                <a:moveTo>
                  <a:pt x="14" y="2484662"/>
                </a:moveTo>
                <a:lnTo>
                  <a:pt x="14" y="2494470"/>
                </a:lnTo>
                <a:cubicBezTo>
                  <a:pt x="299314" y="2630411"/>
                  <a:pt x="611456" y="2788514"/>
                  <a:pt x="930751" y="2960435"/>
                </a:cubicBezTo>
                <a:cubicBezTo>
                  <a:pt x="1144856" y="3077491"/>
                  <a:pt x="1364271" y="3193735"/>
                  <a:pt x="1586342" y="3307933"/>
                </a:cubicBezTo>
                <a:lnTo>
                  <a:pt x="1605876" y="3307933"/>
                </a:lnTo>
                <a:cubicBezTo>
                  <a:pt x="1378549" y="3191202"/>
                  <a:pt x="1154000" y="3072316"/>
                  <a:pt x="935005" y="2952564"/>
                </a:cubicBezTo>
                <a:lnTo>
                  <a:pt x="935005" y="2952564"/>
                </a:lnTo>
                <a:cubicBezTo>
                  <a:pt x="614247" y="2779844"/>
                  <a:pt x="300682" y="2621077"/>
                  <a:pt x="27" y="2484662"/>
                </a:cubicBezTo>
                <a:close/>
                <a:moveTo>
                  <a:pt x="14" y="2326234"/>
                </a:moveTo>
                <a:lnTo>
                  <a:pt x="14" y="2336082"/>
                </a:lnTo>
                <a:cubicBezTo>
                  <a:pt x="155922" y="2409099"/>
                  <a:pt x="315353" y="2489078"/>
                  <a:pt x="477520" y="2575140"/>
                </a:cubicBezTo>
                <a:cubicBezTo>
                  <a:pt x="607351" y="2644052"/>
                  <a:pt x="738971" y="2716865"/>
                  <a:pt x="871931" y="2793133"/>
                </a:cubicBezTo>
                <a:cubicBezTo>
                  <a:pt x="1181107" y="2975471"/>
                  <a:pt x="1506268" y="3146430"/>
                  <a:pt x="1836427" y="3307933"/>
                </a:cubicBezTo>
                <a:lnTo>
                  <a:pt x="1856747" y="3307933"/>
                </a:lnTo>
                <a:cubicBezTo>
                  <a:pt x="1521155" y="3144168"/>
                  <a:pt x="1190535" y="2970676"/>
                  <a:pt x="876429" y="2785425"/>
                </a:cubicBezTo>
                <a:lnTo>
                  <a:pt x="876388" y="2785398"/>
                </a:lnTo>
                <a:cubicBezTo>
                  <a:pt x="743387" y="2709130"/>
                  <a:pt x="611659" y="2636249"/>
                  <a:pt x="481665" y="2567242"/>
                </a:cubicBezTo>
                <a:cubicBezTo>
                  <a:pt x="318076" y="2480422"/>
                  <a:pt x="157236" y="2399779"/>
                  <a:pt x="0" y="2326220"/>
                </a:cubicBezTo>
                <a:close/>
                <a:moveTo>
                  <a:pt x="14" y="2168876"/>
                </a:moveTo>
                <a:lnTo>
                  <a:pt x="14" y="2178792"/>
                </a:lnTo>
                <a:cubicBezTo>
                  <a:pt x="90790" y="2222832"/>
                  <a:pt x="182812" y="2269609"/>
                  <a:pt x="275878" y="2319000"/>
                </a:cubicBezTo>
                <a:cubicBezTo>
                  <a:pt x="451443" y="2412187"/>
                  <a:pt x="630936" y="2514763"/>
                  <a:pt x="813193" y="2625913"/>
                </a:cubicBezTo>
                <a:lnTo>
                  <a:pt x="813193" y="2625913"/>
                </a:lnTo>
                <a:cubicBezTo>
                  <a:pt x="1221517" y="2884478"/>
                  <a:pt x="1666375" y="3105817"/>
                  <a:pt x="2115299" y="3307947"/>
                </a:cubicBezTo>
                <a:lnTo>
                  <a:pt x="2137082" y="3307947"/>
                </a:lnTo>
                <a:cubicBezTo>
                  <a:pt x="1682306" y="3103731"/>
                  <a:pt x="1231284" y="2880103"/>
                  <a:pt x="817907" y="2618327"/>
                </a:cubicBezTo>
                <a:lnTo>
                  <a:pt x="817839" y="2618286"/>
                </a:lnTo>
                <a:cubicBezTo>
                  <a:pt x="635732" y="2507217"/>
                  <a:pt x="456076" y="2404547"/>
                  <a:pt x="280050" y="2311129"/>
                </a:cubicBezTo>
                <a:cubicBezTo>
                  <a:pt x="185562" y="2260993"/>
                  <a:pt x="92172" y="2213539"/>
                  <a:pt x="27" y="2168903"/>
                </a:cubicBezTo>
                <a:close/>
                <a:moveTo>
                  <a:pt x="14" y="2012791"/>
                </a:moveTo>
                <a:lnTo>
                  <a:pt x="14" y="2022775"/>
                </a:lnTo>
                <a:cubicBezTo>
                  <a:pt x="42496" y="2044233"/>
                  <a:pt x="85249" y="2066354"/>
                  <a:pt x="128273" y="2089180"/>
                </a:cubicBezTo>
                <a:cubicBezTo>
                  <a:pt x="331812" y="2197215"/>
                  <a:pt x="541149" y="2320571"/>
                  <a:pt x="754319" y="2458571"/>
                </a:cubicBezTo>
                <a:lnTo>
                  <a:pt x="754319" y="2458571"/>
                </a:lnTo>
                <a:cubicBezTo>
                  <a:pt x="1270149" y="2808007"/>
                  <a:pt x="1858630" y="3069580"/>
                  <a:pt x="2438983" y="3307933"/>
                </a:cubicBezTo>
                <a:lnTo>
                  <a:pt x="2462554" y="3307933"/>
                </a:lnTo>
                <a:cubicBezTo>
                  <a:pt x="1876105" y="3067521"/>
                  <a:pt x="1280404" y="2804160"/>
                  <a:pt x="759331" y="2451175"/>
                </a:cubicBezTo>
                <a:lnTo>
                  <a:pt x="759237" y="2451134"/>
                </a:lnTo>
                <a:cubicBezTo>
                  <a:pt x="545904" y="2313039"/>
                  <a:pt x="336337" y="2189534"/>
                  <a:pt x="132432" y="2081310"/>
                </a:cubicBezTo>
                <a:cubicBezTo>
                  <a:pt x="88013" y="2057739"/>
                  <a:pt x="43878" y="2034913"/>
                  <a:pt x="14" y="2012791"/>
                </a:cubicBezTo>
                <a:close/>
                <a:moveTo>
                  <a:pt x="14" y="1858251"/>
                </a:moveTo>
                <a:lnTo>
                  <a:pt x="14" y="1868343"/>
                </a:lnTo>
                <a:lnTo>
                  <a:pt x="9740" y="1873477"/>
                </a:lnTo>
                <a:cubicBezTo>
                  <a:pt x="231675" y="1991252"/>
                  <a:pt x="461129" y="2130511"/>
                  <a:pt x="695527" y="2291310"/>
                </a:cubicBezTo>
                <a:cubicBezTo>
                  <a:pt x="1287326" y="2718694"/>
                  <a:pt x="1994191" y="2991998"/>
                  <a:pt x="2670062" y="3253300"/>
                </a:cubicBezTo>
                <a:cubicBezTo>
                  <a:pt x="2717285" y="3271561"/>
                  <a:pt x="2764360" y="3289754"/>
                  <a:pt x="2811218" y="3307947"/>
                </a:cubicBezTo>
                <a:lnTo>
                  <a:pt x="2835846" y="3307947"/>
                </a:lnTo>
                <a:cubicBezTo>
                  <a:pt x="2781903" y="3286990"/>
                  <a:pt x="2727676" y="3266020"/>
                  <a:pt x="2673259" y="3244982"/>
                </a:cubicBezTo>
                <a:cubicBezTo>
                  <a:pt x="1997944" y="2983870"/>
                  <a:pt x="1291648" y="2710783"/>
                  <a:pt x="700742" y="2284063"/>
                </a:cubicBezTo>
                <a:lnTo>
                  <a:pt x="700661" y="2284009"/>
                </a:lnTo>
                <a:cubicBezTo>
                  <a:pt x="465992" y="2123020"/>
                  <a:pt x="236200" y="1983571"/>
                  <a:pt x="13899" y="1865579"/>
                </a:cubicBezTo>
                <a:lnTo>
                  <a:pt x="14" y="1858264"/>
                </a:lnTo>
                <a:close/>
                <a:moveTo>
                  <a:pt x="14" y="1705471"/>
                </a:moveTo>
                <a:lnTo>
                  <a:pt x="14" y="1715672"/>
                </a:lnTo>
                <a:cubicBezTo>
                  <a:pt x="206302" y="1830304"/>
                  <a:pt x="419269" y="1966109"/>
                  <a:pt x="636761" y="2124023"/>
                </a:cubicBezTo>
                <a:cubicBezTo>
                  <a:pt x="1209392" y="2563544"/>
                  <a:pt x="1908427" y="2821825"/>
                  <a:pt x="2578893" y="3069566"/>
                </a:cubicBezTo>
                <a:cubicBezTo>
                  <a:pt x="2791914" y="3148286"/>
                  <a:pt x="3002063" y="3225936"/>
                  <a:pt x="3204247" y="3307947"/>
                </a:cubicBezTo>
                <a:lnTo>
                  <a:pt x="3227873" y="3307947"/>
                </a:lnTo>
                <a:cubicBezTo>
                  <a:pt x="3019227" y="3222779"/>
                  <a:pt x="2802128" y="3142542"/>
                  <a:pt x="2581954" y="3061195"/>
                </a:cubicBezTo>
                <a:cubicBezTo>
                  <a:pt x="1912126" y="2813683"/>
                  <a:pt x="1213754" y="2555647"/>
                  <a:pt x="642139" y="2116924"/>
                </a:cubicBezTo>
                <a:lnTo>
                  <a:pt x="642058" y="2116843"/>
                </a:lnTo>
                <a:cubicBezTo>
                  <a:pt x="422791" y="1957629"/>
                  <a:pt x="208036" y="1820835"/>
                  <a:pt x="0" y="1705471"/>
                </a:cubicBezTo>
                <a:close/>
                <a:moveTo>
                  <a:pt x="14" y="1554873"/>
                </a:moveTo>
                <a:lnTo>
                  <a:pt x="14" y="1565223"/>
                </a:lnTo>
                <a:cubicBezTo>
                  <a:pt x="187648" y="1675425"/>
                  <a:pt x="380878" y="1805473"/>
                  <a:pt x="578063" y="1956803"/>
                </a:cubicBezTo>
                <a:cubicBezTo>
                  <a:pt x="1136836" y="2411334"/>
                  <a:pt x="1834097" y="2657165"/>
                  <a:pt x="2504115" y="2893419"/>
                </a:cubicBezTo>
                <a:cubicBezTo>
                  <a:pt x="2781131" y="2991077"/>
                  <a:pt x="3053514" y="3087123"/>
                  <a:pt x="3309667" y="3195672"/>
                </a:cubicBezTo>
                <a:lnTo>
                  <a:pt x="3309667" y="3195672"/>
                </a:lnTo>
                <a:cubicBezTo>
                  <a:pt x="3389525" y="3229553"/>
                  <a:pt x="3464669" y="3267361"/>
                  <a:pt x="3535910" y="3307947"/>
                </a:cubicBezTo>
                <a:lnTo>
                  <a:pt x="3553806" y="3307947"/>
                </a:lnTo>
                <a:cubicBezTo>
                  <a:pt x="3478310" y="3264273"/>
                  <a:pt x="3398439" y="3223660"/>
                  <a:pt x="3313149" y="3187449"/>
                </a:cubicBezTo>
                <a:lnTo>
                  <a:pt x="3313149" y="3187449"/>
                </a:lnTo>
                <a:cubicBezTo>
                  <a:pt x="3057103" y="3078927"/>
                  <a:pt x="2784409" y="2982773"/>
                  <a:pt x="2507068" y="2884993"/>
                </a:cubicBezTo>
                <a:cubicBezTo>
                  <a:pt x="1837700" y="2648997"/>
                  <a:pt x="1141158" y="2403396"/>
                  <a:pt x="583577" y="1949812"/>
                </a:cubicBezTo>
                <a:lnTo>
                  <a:pt x="583482" y="1949731"/>
                </a:lnTo>
                <a:cubicBezTo>
                  <a:pt x="384454" y="1796965"/>
                  <a:pt x="189396" y="1665834"/>
                  <a:pt x="14" y="1554873"/>
                </a:cubicBezTo>
                <a:close/>
                <a:moveTo>
                  <a:pt x="14" y="1406808"/>
                </a:moveTo>
                <a:lnTo>
                  <a:pt x="14" y="1417293"/>
                </a:lnTo>
                <a:cubicBezTo>
                  <a:pt x="168927" y="1522632"/>
                  <a:pt x="342419" y="1646191"/>
                  <a:pt x="519284" y="1789528"/>
                </a:cubicBezTo>
                <a:lnTo>
                  <a:pt x="519284" y="1789528"/>
                </a:lnTo>
                <a:cubicBezTo>
                  <a:pt x="1067179" y="2260749"/>
                  <a:pt x="1766187" y="2495635"/>
                  <a:pt x="2438725" y="2721593"/>
                </a:cubicBezTo>
                <a:cubicBezTo>
                  <a:pt x="2729071" y="2819156"/>
                  <a:pt x="3014499" y="2915067"/>
                  <a:pt x="3280637" y="3027599"/>
                </a:cubicBezTo>
                <a:cubicBezTo>
                  <a:pt x="3458288" y="3102851"/>
                  <a:pt x="3609455" y="3200996"/>
                  <a:pt x="3745017" y="3307947"/>
                </a:cubicBezTo>
                <a:lnTo>
                  <a:pt x="3759430" y="3307947"/>
                </a:lnTo>
                <a:cubicBezTo>
                  <a:pt x="3621092" y="3197867"/>
                  <a:pt x="3466565" y="3096646"/>
                  <a:pt x="3284119" y="3019376"/>
                </a:cubicBezTo>
                <a:cubicBezTo>
                  <a:pt x="3017777" y="2906735"/>
                  <a:pt x="2732132" y="2810758"/>
                  <a:pt x="2441556" y="2713127"/>
                </a:cubicBezTo>
                <a:cubicBezTo>
                  <a:pt x="1769764" y="2487412"/>
                  <a:pt x="1071501" y="2252797"/>
                  <a:pt x="524974" y="1782687"/>
                </a:cubicBezTo>
                <a:lnTo>
                  <a:pt x="524879" y="1782620"/>
                </a:lnTo>
                <a:cubicBezTo>
                  <a:pt x="346090" y="1637684"/>
                  <a:pt x="170702" y="1512973"/>
                  <a:pt x="14" y="1406808"/>
                </a:cubicBezTo>
                <a:close/>
                <a:moveTo>
                  <a:pt x="14" y="1261642"/>
                </a:moveTo>
                <a:lnTo>
                  <a:pt x="14" y="1272357"/>
                </a:lnTo>
                <a:cubicBezTo>
                  <a:pt x="150111" y="1372264"/>
                  <a:pt x="303892" y="1488359"/>
                  <a:pt x="460505" y="1622241"/>
                </a:cubicBezTo>
                <a:cubicBezTo>
                  <a:pt x="999324" y="2111153"/>
                  <a:pt x="1702274" y="2335987"/>
                  <a:pt x="2379188" y="2552463"/>
                </a:cubicBezTo>
                <a:cubicBezTo>
                  <a:pt x="2680736" y="2648902"/>
                  <a:pt x="2977151" y="2743688"/>
                  <a:pt x="3251620" y="2859552"/>
                </a:cubicBezTo>
                <a:cubicBezTo>
                  <a:pt x="3510510" y="2968982"/>
                  <a:pt x="3706842" y="3134563"/>
                  <a:pt x="3878695" y="3307933"/>
                </a:cubicBezTo>
                <a:lnTo>
                  <a:pt x="3891280" y="3307933"/>
                </a:lnTo>
                <a:cubicBezTo>
                  <a:pt x="3717314" y="3131624"/>
                  <a:pt x="3518584" y="2962670"/>
                  <a:pt x="3255102" y="2851303"/>
                </a:cubicBezTo>
                <a:cubicBezTo>
                  <a:pt x="2980578" y="2735438"/>
                  <a:pt x="2683812" y="2640530"/>
                  <a:pt x="2381883" y="2543956"/>
                </a:cubicBezTo>
                <a:cubicBezTo>
                  <a:pt x="1705878" y="2327764"/>
                  <a:pt x="1003835" y="2103228"/>
                  <a:pt x="466398" y="1615535"/>
                </a:cubicBezTo>
                <a:lnTo>
                  <a:pt x="466303" y="1615440"/>
                </a:lnTo>
                <a:cubicBezTo>
                  <a:pt x="307713" y="1479879"/>
                  <a:pt x="151980" y="1362483"/>
                  <a:pt x="14" y="1261642"/>
                </a:cubicBezTo>
                <a:close/>
                <a:moveTo>
                  <a:pt x="14" y="1119944"/>
                </a:moveTo>
                <a:lnTo>
                  <a:pt x="14" y="1130876"/>
                </a:lnTo>
                <a:cubicBezTo>
                  <a:pt x="131227" y="1224483"/>
                  <a:pt x="265298" y="1332044"/>
                  <a:pt x="401632" y="1454885"/>
                </a:cubicBezTo>
                <a:cubicBezTo>
                  <a:pt x="932688" y="1962289"/>
                  <a:pt x="1641070" y="2177654"/>
                  <a:pt x="2323551" y="2385175"/>
                </a:cubicBezTo>
                <a:cubicBezTo>
                  <a:pt x="2635111" y="2479907"/>
                  <a:pt x="2941279" y="2573000"/>
                  <a:pt x="3222590" y="2691479"/>
                </a:cubicBezTo>
                <a:lnTo>
                  <a:pt x="3222590" y="2691479"/>
                </a:lnTo>
                <a:cubicBezTo>
                  <a:pt x="3551909" y="2830413"/>
                  <a:pt x="3769699" y="3072276"/>
                  <a:pt x="3963714" y="3307947"/>
                </a:cubicBezTo>
                <a:lnTo>
                  <a:pt x="3975256" y="3307947"/>
                </a:lnTo>
                <a:cubicBezTo>
                  <a:pt x="3779398" y="3069648"/>
                  <a:pt x="3559942" y="2824101"/>
                  <a:pt x="3226057" y="2683243"/>
                </a:cubicBezTo>
                <a:lnTo>
                  <a:pt x="3226057" y="2683243"/>
                </a:lnTo>
                <a:cubicBezTo>
                  <a:pt x="2944409" y="2564614"/>
                  <a:pt x="2637970" y="2471427"/>
                  <a:pt x="2326125" y="2376627"/>
                </a:cubicBezTo>
                <a:cubicBezTo>
                  <a:pt x="1644660" y="2169417"/>
                  <a:pt x="937335" y="1954364"/>
                  <a:pt x="407809" y="1448423"/>
                </a:cubicBezTo>
                <a:lnTo>
                  <a:pt x="407701" y="1448328"/>
                </a:lnTo>
                <a:cubicBezTo>
                  <a:pt x="269281" y="1323618"/>
                  <a:pt x="133177" y="1214635"/>
                  <a:pt x="14" y="1119944"/>
                </a:cubicBezTo>
                <a:close/>
                <a:moveTo>
                  <a:pt x="14" y="982201"/>
                </a:moveTo>
                <a:lnTo>
                  <a:pt x="14" y="993458"/>
                </a:lnTo>
                <a:cubicBezTo>
                  <a:pt x="112315" y="1079737"/>
                  <a:pt x="226758" y="1177449"/>
                  <a:pt x="342961" y="1287706"/>
                </a:cubicBezTo>
                <a:lnTo>
                  <a:pt x="342961" y="1287706"/>
                </a:lnTo>
                <a:cubicBezTo>
                  <a:pt x="867095" y="1813899"/>
                  <a:pt x="1581790" y="2020255"/>
                  <a:pt x="2270638" y="2219120"/>
                </a:cubicBezTo>
                <a:cubicBezTo>
                  <a:pt x="2591179" y="2311657"/>
                  <a:pt x="2906139" y="2402610"/>
                  <a:pt x="3193573" y="2523433"/>
                </a:cubicBezTo>
                <a:cubicBezTo>
                  <a:pt x="3562638" y="2678826"/>
                  <a:pt x="3778775" y="2978723"/>
                  <a:pt x="3978494" y="3255874"/>
                </a:cubicBezTo>
                <a:cubicBezTo>
                  <a:pt x="3991078" y="3273335"/>
                  <a:pt x="4003595" y="3290702"/>
                  <a:pt x="4016086" y="3307947"/>
                </a:cubicBezTo>
                <a:lnTo>
                  <a:pt x="4027099" y="3307947"/>
                </a:lnTo>
                <a:cubicBezTo>
                  <a:pt x="4013349" y="3288995"/>
                  <a:pt x="3999586" y="3269867"/>
                  <a:pt x="3985714" y="3250645"/>
                </a:cubicBezTo>
                <a:cubicBezTo>
                  <a:pt x="3785291" y="2972518"/>
                  <a:pt x="3568395" y="2671552"/>
                  <a:pt x="3197027" y="2515183"/>
                </a:cubicBezTo>
                <a:cubicBezTo>
                  <a:pt x="2909282" y="2394238"/>
                  <a:pt x="2593997" y="2303191"/>
                  <a:pt x="2273117" y="2210559"/>
                </a:cubicBezTo>
                <a:cubicBezTo>
                  <a:pt x="1585326" y="2011992"/>
                  <a:pt x="871728" y="1805974"/>
                  <a:pt x="349192" y="1281311"/>
                </a:cubicBezTo>
                <a:lnTo>
                  <a:pt x="349098" y="1281217"/>
                </a:lnTo>
                <a:cubicBezTo>
                  <a:pt x="230808" y="1168969"/>
                  <a:pt x="114320" y="1069658"/>
                  <a:pt x="14" y="982201"/>
                </a:cubicBezTo>
                <a:close/>
                <a:moveTo>
                  <a:pt x="14" y="849105"/>
                </a:moveTo>
                <a:lnTo>
                  <a:pt x="14" y="860687"/>
                </a:lnTo>
                <a:cubicBezTo>
                  <a:pt x="93282" y="938147"/>
                  <a:pt x="188055" y="1024426"/>
                  <a:pt x="284101" y="1120309"/>
                </a:cubicBezTo>
                <a:cubicBezTo>
                  <a:pt x="801949" y="1665834"/>
                  <a:pt x="1523810" y="1863466"/>
                  <a:pt x="2219716" y="2054000"/>
                </a:cubicBezTo>
                <a:cubicBezTo>
                  <a:pt x="2548616" y="2144031"/>
                  <a:pt x="2871744" y="2232504"/>
                  <a:pt x="3164556" y="2355359"/>
                </a:cubicBezTo>
                <a:cubicBezTo>
                  <a:pt x="3537428" y="2512040"/>
                  <a:pt x="3741048" y="2831714"/>
                  <a:pt x="3929685" y="3127871"/>
                </a:cubicBezTo>
                <a:cubicBezTo>
                  <a:pt x="3968903" y="3189454"/>
                  <a:pt x="4007483" y="3250021"/>
                  <a:pt x="4046809" y="3307933"/>
                </a:cubicBezTo>
                <a:lnTo>
                  <a:pt x="4057620" y="3307933"/>
                </a:lnTo>
                <a:cubicBezTo>
                  <a:pt x="4017156" y="3248613"/>
                  <a:pt x="3977518" y="3186393"/>
                  <a:pt x="3937190" y="3123089"/>
                </a:cubicBezTo>
                <a:cubicBezTo>
                  <a:pt x="3747848" y="2825781"/>
                  <a:pt x="3543429" y="2504874"/>
                  <a:pt x="3167983" y="2347109"/>
                </a:cubicBezTo>
                <a:cubicBezTo>
                  <a:pt x="2874684" y="2224065"/>
                  <a:pt x="2551257" y="2135497"/>
                  <a:pt x="2222033" y="2045357"/>
                </a:cubicBezTo>
                <a:cubicBezTo>
                  <a:pt x="1527332" y="1855162"/>
                  <a:pt x="806718" y="1657882"/>
                  <a:pt x="290576" y="1114146"/>
                </a:cubicBezTo>
                <a:lnTo>
                  <a:pt x="290481" y="1114051"/>
                </a:lnTo>
                <a:cubicBezTo>
                  <a:pt x="192281" y="1016014"/>
                  <a:pt x="95369" y="927960"/>
                  <a:pt x="14" y="849105"/>
                </a:cubicBezTo>
                <a:close/>
                <a:moveTo>
                  <a:pt x="5653512" y="3307933"/>
                </a:moveTo>
                <a:cubicBezTo>
                  <a:pt x="5821884" y="3164881"/>
                  <a:pt x="5946012" y="3000709"/>
                  <a:pt x="6056959" y="2853917"/>
                </a:cubicBezTo>
                <a:cubicBezTo>
                  <a:pt x="6142181" y="2741127"/>
                  <a:pt x="6219695" y="2638593"/>
                  <a:pt x="6303698" y="2563504"/>
                </a:cubicBezTo>
                <a:cubicBezTo>
                  <a:pt x="6577936" y="2318241"/>
                  <a:pt x="6918324" y="2366549"/>
                  <a:pt x="7808461" y="3307933"/>
                </a:cubicBezTo>
                <a:lnTo>
                  <a:pt x="7796188" y="3307933"/>
                </a:lnTo>
                <a:cubicBezTo>
                  <a:pt x="6915479" y="2377589"/>
                  <a:pt x="6579291" y="2329011"/>
                  <a:pt x="6309658" y="2570155"/>
                </a:cubicBezTo>
                <a:cubicBezTo>
                  <a:pt x="6226346" y="2644648"/>
                  <a:pt x="6149076" y="2746885"/>
                  <a:pt x="6064098" y="2859322"/>
                </a:cubicBezTo>
                <a:cubicBezTo>
                  <a:pt x="5954587" y="3004217"/>
                  <a:pt x="5832274" y="3166032"/>
                  <a:pt x="5667479" y="3307933"/>
                </a:cubicBezTo>
                <a:lnTo>
                  <a:pt x="5653525" y="3307933"/>
                </a:lnTo>
                <a:close/>
                <a:moveTo>
                  <a:pt x="5453861" y="3307933"/>
                </a:moveTo>
                <a:cubicBezTo>
                  <a:pt x="5684222" y="3147338"/>
                  <a:pt x="5836405" y="2942025"/>
                  <a:pt x="5969447" y="2762477"/>
                </a:cubicBezTo>
                <a:cubicBezTo>
                  <a:pt x="6049874" y="2653928"/>
                  <a:pt x="6123364" y="2554780"/>
                  <a:pt x="6203100" y="2480273"/>
                </a:cubicBezTo>
                <a:cubicBezTo>
                  <a:pt x="6485738" y="2216153"/>
                  <a:pt x="6843221" y="2263865"/>
                  <a:pt x="7849210" y="3307933"/>
                </a:cubicBezTo>
                <a:lnTo>
                  <a:pt x="7836842" y="3307933"/>
                </a:lnTo>
                <a:cubicBezTo>
                  <a:pt x="6840633" y="2275136"/>
                  <a:pt x="6487268" y="2226923"/>
                  <a:pt x="6209183" y="2486789"/>
                </a:cubicBezTo>
                <a:cubicBezTo>
                  <a:pt x="6130152" y="2560632"/>
                  <a:pt x="6056850" y="2659522"/>
                  <a:pt x="5976627" y="2767787"/>
                </a:cubicBezTo>
                <a:cubicBezTo>
                  <a:pt x="5845102" y="2945262"/>
                  <a:pt x="5694938" y="3147812"/>
                  <a:pt x="5469521" y="3307933"/>
                </a:cubicBezTo>
                <a:lnTo>
                  <a:pt x="5453848" y="3307933"/>
                </a:lnTo>
                <a:close/>
                <a:moveTo>
                  <a:pt x="5222592" y="3307933"/>
                </a:moveTo>
                <a:cubicBezTo>
                  <a:pt x="5540695" y="3140808"/>
                  <a:pt x="5724727" y="2887445"/>
                  <a:pt x="5881841" y="2671091"/>
                </a:cubicBezTo>
                <a:cubicBezTo>
                  <a:pt x="5957608" y="2566755"/>
                  <a:pt x="6027156" y="2470980"/>
                  <a:pt x="6102557" y="2397394"/>
                </a:cubicBezTo>
                <a:cubicBezTo>
                  <a:pt x="6392659" y="2114228"/>
                  <a:pt x="6766316" y="2159677"/>
                  <a:pt x="7897233" y="3307933"/>
                </a:cubicBezTo>
                <a:lnTo>
                  <a:pt x="7884675" y="3307933"/>
                </a:lnTo>
                <a:cubicBezTo>
                  <a:pt x="6763932" y="2171206"/>
                  <a:pt x="6394352" y="2125066"/>
                  <a:pt x="6108789" y="2403788"/>
                </a:cubicBezTo>
                <a:cubicBezTo>
                  <a:pt x="6033916" y="2476873"/>
                  <a:pt x="5964584" y="2572336"/>
                  <a:pt x="5889061" y="2676334"/>
                </a:cubicBezTo>
                <a:cubicBezTo>
                  <a:pt x="5733762" y="2890195"/>
                  <a:pt x="5552237" y="3140023"/>
                  <a:pt x="5241761" y="3307933"/>
                </a:cubicBezTo>
                <a:lnTo>
                  <a:pt x="5222565" y="3307933"/>
                </a:lnTo>
                <a:close/>
                <a:moveTo>
                  <a:pt x="4923766" y="3307933"/>
                </a:moveTo>
                <a:cubicBezTo>
                  <a:pt x="5383418" y="3157159"/>
                  <a:pt x="5607887" y="2841684"/>
                  <a:pt x="5794167" y="2579800"/>
                </a:cubicBezTo>
                <a:cubicBezTo>
                  <a:pt x="5865341" y="2479731"/>
                  <a:pt x="5930989" y="2387438"/>
                  <a:pt x="6002163" y="2314882"/>
                </a:cubicBezTo>
                <a:cubicBezTo>
                  <a:pt x="6293592" y="2017844"/>
                  <a:pt x="6674212" y="2052930"/>
                  <a:pt x="7887398" y="3243140"/>
                </a:cubicBezTo>
                <a:cubicBezTo>
                  <a:pt x="7909818" y="3265153"/>
                  <a:pt x="7932048" y="3286706"/>
                  <a:pt x="7954142" y="3307920"/>
                </a:cubicBezTo>
                <a:lnTo>
                  <a:pt x="7941341" y="3307920"/>
                </a:lnTo>
                <a:cubicBezTo>
                  <a:pt x="7921387" y="3288711"/>
                  <a:pt x="7901392" y="3269380"/>
                  <a:pt x="7881166" y="3249520"/>
                </a:cubicBezTo>
                <a:cubicBezTo>
                  <a:pt x="6673400" y="2064607"/>
                  <a:pt x="6296003" y="2028085"/>
                  <a:pt x="6008543" y="2321100"/>
                </a:cubicBezTo>
                <a:cubicBezTo>
                  <a:pt x="5937897" y="2393127"/>
                  <a:pt x="5872426" y="2485163"/>
                  <a:pt x="5801441" y="2584948"/>
                </a:cubicBezTo>
                <a:cubicBezTo>
                  <a:pt x="5617735" y="2843215"/>
                  <a:pt x="5397074" y="3153339"/>
                  <a:pt x="4951862" y="3307920"/>
                </a:cubicBezTo>
                <a:lnTo>
                  <a:pt x="4923780" y="3307920"/>
                </a:lnTo>
                <a:close/>
                <a:moveTo>
                  <a:pt x="11909105" y="3307933"/>
                </a:moveTo>
                <a:cubicBezTo>
                  <a:pt x="12000409" y="3283875"/>
                  <a:pt x="12094504" y="3264273"/>
                  <a:pt x="12192014" y="3250455"/>
                </a:cubicBezTo>
                <a:lnTo>
                  <a:pt x="12192014" y="3259545"/>
                </a:lnTo>
                <a:cubicBezTo>
                  <a:pt x="12107360" y="3271588"/>
                  <a:pt x="12025294" y="3288020"/>
                  <a:pt x="11945384" y="3307933"/>
                </a:cubicBezTo>
                <a:lnTo>
                  <a:pt x="11909105" y="3307933"/>
                </a:lnTo>
                <a:close/>
                <a:moveTo>
                  <a:pt x="11460222" y="3307933"/>
                </a:moveTo>
                <a:cubicBezTo>
                  <a:pt x="11688796" y="3211657"/>
                  <a:pt x="11928342" y="3129971"/>
                  <a:pt x="12192014" y="3090063"/>
                </a:cubicBezTo>
                <a:lnTo>
                  <a:pt x="12192014" y="3099139"/>
                </a:lnTo>
                <a:cubicBezTo>
                  <a:pt x="11937228" y="3137842"/>
                  <a:pt x="11704943" y="3215681"/>
                  <a:pt x="11483293" y="3307933"/>
                </a:cubicBezTo>
                <a:lnTo>
                  <a:pt x="11460222" y="3307933"/>
                </a:lnTo>
                <a:close/>
                <a:moveTo>
                  <a:pt x="11114606" y="3307933"/>
                </a:moveTo>
                <a:cubicBezTo>
                  <a:pt x="11451404" y="3150210"/>
                  <a:pt x="11795665" y="2993610"/>
                  <a:pt x="12192014" y="2929927"/>
                </a:cubicBezTo>
                <a:lnTo>
                  <a:pt x="12192014" y="2939004"/>
                </a:lnTo>
                <a:cubicBezTo>
                  <a:pt x="11803982" y="3001589"/>
                  <a:pt x="11465871" y="3153461"/>
                  <a:pt x="11135632" y="3307920"/>
                </a:cubicBezTo>
                <a:lnTo>
                  <a:pt x="11114606" y="3307920"/>
                </a:lnTo>
                <a:close/>
                <a:moveTo>
                  <a:pt x="14" y="0"/>
                </a:moveTo>
                <a:cubicBezTo>
                  <a:pt x="480920" y="510154"/>
                  <a:pt x="1175309" y="626845"/>
                  <a:pt x="1847603" y="739743"/>
                </a:cubicBezTo>
                <a:cubicBezTo>
                  <a:pt x="2232111" y="804306"/>
                  <a:pt x="2609373" y="867664"/>
                  <a:pt x="2935766" y="1002616"/>
                </a:cubicBezTo>
                <a:cubicBezTo>
                  <a:pt x="3231639" y="1124956"/>
                  <a:pt x="3356837" y="1423890"/>
                  <a:pt x="3439011" y="1755201"/>
                </a:cubicBezTo>
                <a:cubicBezTo>
                  <a:pt x="3462975" y="1823436"/>
                  <a:pt x="3483959" y="1894190"/>
                  <a:pt x="3503290" y="1965960"/>
                </a:cubicBezTo>
                <a:cubicBezTo>
                  <a:pt x="3529123" y="2036972"/>
                  <a:pt x="3552193" y="2110137"/>
                  <a:pt x="3573949" y="2183736"/>
                </a:cubicBezTo>
                <a:cubicBezTo>
                  <a:pt x="3602587" y="2258920"/>
                  <a:pt x="3628651" y="2335771"/>
                  <a:pt x="3653943" y="2412255"/>
                </a:cubicBezTo>
                <a:cubicBezTo>
                  <a:pt x="3679735" y="2476073"/>
                  <a:pt x="3704119" y="2540474"/>
                  <a:pt x="3728232" y="2604144"/>
                </a:cubicBezTo>
                <a:cubicBezTo>
                  <a:pt x="3735507" y="2623339"/>
                  <a:pt x="3742741" y="2642467"/>
                  <a:pt x="3749975" y="2661487"/>
                </a:cubicBezTo>
                <a:cubicBezTo>
                  <a:pt x="3760744" y="2686074"/>
                  <a:pt x="3771392" y="2710607"/>
                  <a:pt x="3781986" y="2735018"/>
                </a:cubicBezTo>
                <a:cubicBezTo>
                  <a:pt x="3810718" y="2801248"/>
                  <a:pt x="3839085" y="2866597"/>
                  <a:pt x="3868440" y="2929467"/>
                </a:cubicBezTo>
                <a:cubicBezTo>
                  <a:pt x="3959433" y="2993082"/>
                  <a:pt x="4076287" y="3024036"/>
                  <a:pt x="4229988" y="3009839"/>
                </a:cubicBezTo>
                <a:cubicBezTo>
                  <a:pt x="4970177" y="2941401"/>
                  <a:pt x="5231520" y="2539756"/>
                  <a:pt x="5442482" y="2215490"/>
                </a:cubicBezTo>
                <a:cubicBezTo>
                  <a:pt x="5496560" y="2132367"/>
                  <a:pt x="5547347" y="2054298"/>
                  <a:pt x="5602143" y="1988014"/>
                </a:cubicBezTo>
                <a:cubicBezTo>
                  <a:pt x="5878061" y="1654238"/>
                  <a:pt x="6251313" y="1622186"/>
                  <a:pt x="7630337" y="2762125"/>
                </a:cubicBezTo>
                <a:cubicBezTo>
                  <a:pt x="7905456" y="2989546"/>
                  <a:pt x="8158453" y="3168715"/>
                  <a:pt x="8393379" y="3307933"/>
                </a:cubicBezTo>
                <a:lnTo>
                  <a:pt x="8375715" y="3307933"/>
                </a:lnTo>
                <a:cubicBezTo>
                  <a:pt x="8144121" y="3169554"/>
                  <a:pt x="7895011" y="2992486"/>
                  <a:pt x="7624647" y="2768993"/>
                </a:cubicBezTo>
                <a:cubicBezTo>
                  <a:pt x="6251597" y="1633985"/>
                  <a:pt x="5881394" y="1664195"/>
                  <a:pt x="5609024" y="1993676"/>
                </a:cubicBezTo>
                <a:cubicBezTo>
                  <a:pt x="5554621" y="2059500"/>
                  <a:pt x="5503943" y="2137393"/>
                  <a:pt x="5449973" y="2220326"/>
                </a:cubicBezTo>
                <a:cubicBezTo>
                  <a:pt x="5237941" y="2546218"/>
                  <a:pt x="4975298" y="2949895"/>
                  <a:pt x="4230801" y="3018712"/>
                </a:cubicBezTo>
                <a:cubicBezTo>
                  <a:pt x="4081665" y="3032503"/>
                  <a:pt x="3966762" y="3004651"/>
                  <a:pt x="3876325" y="2946211"/>
                </a:cubicBezTo>
                <a:cubicBezTo>
                  <a:pt x="3883477" y="2961329"/>
                  <a:pt x="3890711" y="2976284"/>
                  <a:pt x="3898013" y="2991063"/>
                </a:cubicBezTo>
                <a:cubicBezTo>
                  <a:pt x="3996362" y="3076299"/>
                  <a:pt x="4126315" y="3120610"/>
                  <a:pt x="4305253" y="3104056"/>
                </a:cubicBezTo>
                <a:cubicBezTo>
                  <a:pt x="5044901" y="3035673"/>
                  <a:pt x="5314060" y="2631494"/>
                  <a:pt x="5530535" y="2306401"/>
                </a:cubicBezTo>
                <a:cubicBezTo>
                  <a:pt x="5588731" y="2219025"/>
                  <a:pt x="5643135" y="2137325"/>
                  <a:pt x="5701860" y="2069253"/>
                </a:cubicBezTo>
                <a:cubicBezTo>
                  <a:pt x="5982005" y="1744499"/>
                  <a:pt x="6358060" y="1729435"/>
                  <a:pt x="7694588" y="2882365"/>
                </a:cubicBezTo>
                <a:cubicBezTo>
                  <a:pt x="7886639" y="3048068"/>
                  <a:pt x="8067514" y="3188777"/>
                  <a:pt x="8238852" y="3307920"/>
                </a:cubicBezTo>
                <a:lnTo>
                  <a:pt x="8223152" y="3307920"/>
                </a:lnTo>
                <a:cubicBezTo>
                  <a:pt x="8054699" y="3190159"/>
                  <a:pt x="7877075" y="3051603"/>
                  <a:pt x="7688763" y="2889111"/>
                </a:cubicBezTo>
                <a:cubicBezTo>
                  <a:pt x="6358060" y="1741234"/>
                  <a:pt x="5985107" y="1754537"/>
                  <a:pt x="5708606" y="2075079"/>
                </a:cubicBezTo>
                <a:cubicBezTo>
                  <a:pt x="5650180" y="2142812"/>
                  <a:pt x="5595952" y="2224254"/>
                  <a:pt x="5537959" y="2311346"/>
                </a:cubicBezTo>
                <a:cubicBezTo>
                  <a:pt x="5320426" y="2638024"/>
                  <a:pt x="5049954" y="3044166"/>
                  <a:pt x="4306052" y="3112943"/>
                </a:cubicBezTo>
                <a:cubicBezTo>
                  <a:pt x="4133901" y="3128860"/>
                  <a:pt x="4006495" y="3089643"/>
                  <a:pt x="3908769" y="3012386"/>
                </a:cubicBezTo>
                <a:cubicBezTo>
                  <a:pt x="3914499" y="3023494"/>
                  <a:pt x="3920256" y="3034548"/>
                  <a:pt x="3926041" y="3045507"/>
                </a:cubicBezTo>
                <a:cubicBezTo>
                  <a:pt x="4031610" y="3156265"/>
                  <a:pt x="4174283" y="3217361"/>
                  <a:pt x="4380491" y="3198300"/>
                </a:cubicBezTo>
                <a:cubicBezTo>
                  <a:pt x="5119529" y="3129971"/>
                  <a:pt x="5396504" y="2723341"/>
                  <a:pt x="5618481" y="2397449"/>
                </a:cubicBezTo>
                <a:cubicBezTo>
                  <a:pt x="5680863" y="2305860"/>
                  <a:pt x="5738937" y="2220597"/>
                  <a:pt x="5801767" y="2150818"/>
                </a:cubicBezTo>
                <a:cubicBezTo>
                  <a:pt x="6085921" y="1835194"/>
                  <a:pt x="6464104" y="1837009"/>
                  <a:pt x="7758840" y="3002605"/>
                </a:cubicBezTo>
                <a:cubicBezTo>
                  <a:pt x="7883822" y="3115165"/>
                  <a:pt x="8003953" y="3216629"/>
                  <a:pt x="8119696" y="3307907"/>
                </a:cubicBezTo>
                <a:lnTo>
                  <a:pt x="8105391" y="3307907"/>
                </a:lnTo>
                <a:cubicBezTo>
                  <a:pt x="7992195" y="3218282"/>
                  <a:pt x="7874867" y="3119107"/>
                  <a:pt x="7752893" y="3009243"/>
                </a:cubicBezTo>
                <a:cubicBezTo>
                  <a:pt x="6463873" y="1848754"/>
                  <a:pt x="6088793" y="1845313"/>
                  <a:pt x="5808404" y="2156778"/>
                </a:cubicBezTo>
                <a:cubicBezTo>
                  <a:pt x="5745995" y="2226124"/>
                  <a:pt x="5688096" y="2311129"/>
                  <a:pt x="5625877" y="2402461"/>
                </a:cubicBezTo>
                <a:cubicBezTo>
                  <a:pt x="5402844" y="2729911"/>
                  <a:pt x="5124528" y="3138492"/>
                  <a:pt x="4381331" y="3207187"/>
                </a:cubicBezTo>
                <a:cubicBezTo>
                  <a:pt x="4185121" y="3225339"/>
                  <a:pt x="4045793" y="3172331"/>
                  <a:pt x="3941051" y="3073671"/>
                </a:cubicBezTo>
                <a:lnTo>
                  <a:pt x="3946469" y="3083655"/>
                </a:lnTo>
                <a:lnTo>
                  <a:pt x="3949409" y="3088911"/>
                </a:lnTo>
                <a:cubicBezTo>
                  <a:pt x="4062916" y="3231002"/>
                  <a:pt x="4218216" y="3314490"/>
                  <a:pt x="4455770" y="3292531"/>
                </a:cubicBezTo>
                <a:cubicBezTo>
                  <a:pt x="5194131" y="3224270"/>
                  <a:pt x="5478909" y="2815255"/>
                  <a:pt x="5706371" y="2488550"/>
                </a:cubicBezTo>
                <a:cubicBezTo>
                  <a:pt x="5773102" y="2392734"/>
                  <a:pt x="5834902" y="2303963"/>
                  <a:pt x="5901904" y="2232667"/>
                </a:cubicBezTo>
                <a:cubicBezTo>
                  <a:pt x="6189811" y="1926282"/>
                  <a:pt x="6569524" y="1944841"/>
                  <a:pt x="7823146" y="3122886"/>
                </a:cubicBezTo>
                <a:cubicBezTo>
                  <a:pt x="7892586" y="3188195"/>
                  <a:pt x="7960401" y="3249683"/>
                  <a:pt x="8026847" y="3307907"/>
                </a:cubicBezTo>
                <a:lnTo>
                  <a:pt x="8013409" y="3307907"/>
                </a:lnTo>
                <a:cubicBezTo>
                  <a:pt x="7949292" y="3251566"/>
                  <a:pt x="7883930" y="3192272"/>
                  <a:pt x="7817050" y="3129375"/>
                </a:cubicBezTo>
                <a:cubicBezTo>
                  <a:pt x="6568982" y="1956572"/>
                  <a:pt x="6192452" y="1936496"/>
                  <a:pt x="5908406" y="2238763"/>
                </a:cubicBezTo>
                <a:cubicBezTo>
                  <a:pt x="5841919" y="2309517"/>
                  <a:pt x="5780268" y="2398085"/>
                  <a:pt x="5713713" y="2493657"/>
                </a:cubicBezTo>
                <a:cubicBezTo>
                  <a:pt x="5485181" y="2821866"/>
                  <a:pt x="5199102" y="3232790"/>
                  <a:pt x="4456610" y="3301431"/>
                </a:cubicBezTo>
                <a:cubicBezTo>
                  <a:pt x="4240730" y="3321372"/>
                  <a:pt x="4091987" y="3255955"/>
                  <a:pt x="3980797" y="3139156"/>
                </a:cubicBezTo>
                <a:cubicBezTo>
                  <a:pt x="4030269" y="3207431"/>
                  <a:pt x="4086880" y="3265113"/>
                  <a:pt x="4154316" y="3307907"/>
                </a:cubicBezTo>
                <a:lnTo>
                  <a:pt x="4137193" y="3307907"/>
                </a:lnTo>
                <a:cubicBezTo>
                  <a:pt x="4096390" y="3280461"/>
                  <a:pt x="4059584" y="3247529"/>
                  <a:pt x="4025961" y="3210086"/>
                </a:cubicBezTo>
                <a:cubicBezTo>
                  <a:pt x="4051334" y="3245389"/>
                  <a:pt x="4078292" y="3278171"/>
                  <a:pt x="4107295" y="3307907"/>
                </a:cubicBezTo>
                <a:lnTo>
                  <a:pt x="4094494" y="3307907"/>
                </a:lnTo>
                <a:cubicBezTo>
                  <a:pt x="4082126" y="3294888"/>
                  <a:pt x="4070137" y="3281314"/>
                  <a:pt x="4058473" y="3267239"/>
                </a:cubicBezTo>
                <a:cubicBezTo>
                  <a:pt x="4068254" y="3281125"/>
                  <a:pt x="4078211" y="3294685"/>
                  <a:pt x="4088411" y="3307907"/>
                </a:cubicBezTo>
                <a:lnTo>
                  <a:pt x="4076951" y="3307907"/>
                </a:lnTo>
                <a:cubicBezTo>
                  <a:pt x="4070015" y="3298763"/>
                  <a:pt x="4063174" y="3289469"/>
                  <a:pt x="4056427" y="3280014"/>
                </a:cubicBezTo>
                <a:cubicBezTo>
                  <a:pt x="4062686" y="3289415"/>
                  <a:pt x="4069012" y="3298708"/>
                  <a:pt x="4075366" y="3307907"/>
                </a:cubicBezTo>
                <a:lnTo>
                  <a:pt x="4064461" y="3307907"/>
                </a:lnTo>
                <a:cubicBezTo>
                  <a:pt x="4007470" y="3224798"/>
                  <a:pt x="3954651" y="3133087"/>
                  <a:pt x="3901264" y="3038382"/>
                </a:cubicBezTo>
                <a:cubicBezTo>
                  <a:pt x="3895520" y="3029739"/>
                  <a:pt x="3889898" y="3020907"/>
                  <a:pt x="3884371" y="3011952"/>
                </a:cubicBezTo>
                <a:cubicBezTo>
                  <a:pt x="3865636" y="2988544"/>
                  <a:pt x="3848147" y="2963442"/>
                  <a:pt x="3831715" y="2936877"/>
                </a:cubicBezTo>
                <a:cubicBezTo>
                  <a:pt x="3811125" y="2912303"/>
                  <a:pt x="3792173" y="2885630"/>
                  <a:pt x="3774549" y="2857128"/>
                </a:cubicBezTo>
                <a:cubicBezTo>
                  <a:pt x="3713196" y="2786671"/>
                  <a:pt x="3666839" y="2697128"/>
                  <a:pt x="3629355" y="2595392"/>
                </a:cubicBezTo>
                <a:cubicBezTo>
                  <a:pt x="3503751" y="2425815"/>
                  <a:pt x="3349752" y="2277100"/>
                  <a:pt x="3135579" y="2187286"/>
                </a:cubicBezTo>
                <a:cubicBezTo>
                  <a:pt x="2837756" y="2062575"/>
                  <a:pt x="2507028" y="1976825"/>
                  <a:pt x="2170312" y="1889530"/>
                </a:cubicBezTo>
                <a:cubicBezTo>
                  <a:pt x="1466969" y="1707178"/>
                  <a:pt x="737508" y="1518067"/>
                  <a:pt x="225484" y="953089"/>
                </a:cubicBezTo>
                <a:cubicBezTo>
                  <a:pt x="149460" y="873272"/>
                  <a:pt x="74290" y="800161"/>
                  <a:pt x="68" y="733295"/>
                </a:cubicBezTo>
                <a:lnTo>
                  <a:pt x="68" y="721306"/>
                </a:lnTo>
                <a:cubicBezTo>
                  <a:pt x="76390" y="789771"/>
                  <a:pt x="153714" y="864806"/>
                  <a:pt x="231932" y="946939"/>
                </a:cubicBezTo>
                <a:lnTo>
                  <a:pt x="232000" y="947007"/>
                </a:lnTo>
                <a:cubicBezTo>
                  <a:pt x="742235" y="1510074"/>
                  <a:pt x="1470423" y="1698860"/>
                  <a:pt x="2172547" y="1880887"/>
                </a:cubicBezTo>
                <a:cubicBezTo>
                  <a:pt x="2509615" y="1968263"/>
                  <a:pt x="2840723" y="2054095"/>
                  <a:pt x="3139034" y="2179036"/>
                </a:cubicBezTo>
                <a:cubicBezTo>
                  <a:pt x="3345363" y="2265558"/>
                  <a:pt x="3496083" y="2406010"/>
                  <a:pt x="3619290" y="2567080"/>
                </a:cubicBezTo>
                <a:cubicBezTo>
                  <a:pt x="3602736" y="2519192"/>
                  <a:pt x="3587970" y="2468853"/>
                  <a:pt x="3574342" y="2416739"/>
                </a:cubicBezTo>
                <a:cubicBezTo>
                  <a:pt x="3457421" y="2249383"/>
                  <a:pt x="3311537" y="2104990"/>
                  <a:pt x="3106549" y="2019212"/>
                </a:cubicBezTo>
                <a:cubicBezTo>
                  <a:pt x="2804119" y="1892795"/>
                  <a:pt x="2466144" y="1809957"/>
                  <a:pt x="2122004" y="1725588"/>
                </a:cubicBezTo>
                <a:cubicBezTo>
                  <a:pt x="1410736" y="1551297"/>
                  <a:pt x="673161" y="1370489"/>
                  <a:pt x="166597" y="785761"/>
                </a:cubicBezTo>
                <a:cubicBezTo>
                  <a:pt x="110568" y="723920"/>
                  <a:pt x="55027" y="666157"/>
                  <a:pt x="14" y="612201"/>
                </a:cubicBezTo>
                <a:lnTo>
                  <a:pt x="14" y="599711"/>
                </a:lnTo>
                <a:cubicBezTo>
                  <a:pt x="57208" y="655537"/>
                  <a:pt x="114984" y="715508"/>
                  <a:pt x="173275" y="779841"/>
                </a:cubicBezTo>
                <a:lnTo>
                  <a:pt x="173357" y="779922"/>
                </a:lnTo>
                <a:cubicBezTo>
                  <a:pt x="678065" y="1362537"/>
                  <a:pt x="1414204" y="1542993"/>
                  <a:pt x="2124077" y="1716986"/>
                </a:cubicBezTo>
                <a:cubicBezTo>
                  <a:pt x="2468623" y="1801436"/>
                  <a:pt x="2807005" y="1884396"/>
                  <a:pt x="3109935" y="2011003"/>
                </a:cubicBezTo>
                <a:cubicBezTo>
                  <a:pt x="3309031" y="2094328"/>
                  <a:pt x="3452653" y="2232152"/>
                  <a:pt x="3568057" y="2392518"/>
                </a:cubicBezTo>
                <a:cubicBezTo>
                  <a:pt x="3557463" y="2350523"/>
                  <a:pt x="3547547" y="2307458"/>
                  <a:pt x="3538010" y="2263662"/>
                </a:cubicBezTo>
                <a:cubicBezTo>
                  <a:pt x="3426426" y="2087839"/>
                  <a:pt x="3283929" y="1937417"/>
                  <a:pt x="3077478" y="1851193"/>
                </a:cubicBezTo>
                <a:cubicBezTo>
                  <a:pt x="2770795" y="1723244"/>
                  <a:pt x="2425842" y="1643441"/>
                  <a:pt x="2074577" y="1562148"/>
                </a:cubicBezTo>
                <a:cubicBezTo>
                  <a:pt x="1355209" y="1395713"/>
                  <a:pt x="609221" y="1223102"/>
                  <a:pt x="107859" y="618487"/>
                </a:cubicBezTo>
                <a:lnTo>
                  <a:pt x="107859" y="618487"/>
                </a:lnTo>
                <a:cubicBezTo>
                  <a:pt x="71689" y="576546"/>
                  <a:pt x="35736" y="536489"/>
                  <a:pt x="14" y="498233"/>
                </a:cubicBezTo>
                <a:lnTo>
                  <a:pt x="14" y="485187"/>
                </a:lnTo>
                <a:cubicBezTo>
                  <a:pt x="37971" y="525651"/>
                  <a:pt x="76200" y="568120"/>
                  <a:pt x="114659" y="612716"/>
                </a:cubicBezTo>
                <a:lnTo>
                  <a:pt x="114727" y="612784"/>
                </a:lnTo>
                <a:cubicBezTo>
                  <a:pt x="614192" y="1215095"/>
                  <a:pt x="1358649" y="1387328"/>
                  <a:pt x="2076569" y="1553437"/>
                </a:cubicBezTo>
                <a:cubicBezTo>
                  <a:pt x="2428240" y="1634812"/>
                  <a:pt x="2773558" y="1714710"/>
                  <a:pt x="3080919" y="1842943"/>
                </a:cubicBezTo>
                <a:cubicBezTo>
                  <a:pt x="3281639" y="1926769"/>
                  <a:pt x="3422254" y="2070351"/>
                  <a:pt x="3532686" y="2238844"/>
                </a:cubicBezTo>
                <a:cubicBezTo>
                  <a:pt x="3524585" y="2200941"/>
                  <a:pt x="3516742" y="2162536"/>
                  <a:pt x="3508939" y="2123860"/>
                </a:cubicBezTo>
                <a:cubicBezTo>
                  <a:pt x="3401866" y="1933760"/>
                  <a:pt x="3261279" y="1771809"/>
                  <a:pt x="3048474" y="1683106"/>
                </a:cubicBezTo>
                <a:cubicBezTo>
                  <a:pt x="2737714" y="1553708"/>
                  <a:pt x="2386056" y="1477047"/>
                  <a:pt x="2027909" y="1398964"/>
                </a:cubicBezTo>
                <a:cubicBezTo>
                  <a:pt x="1300196" y="1240346"/>
                  <a:pt x="545592" y="1075836"/>
                  <a:pt x="49161" y="451253"/>
                </a:cubicBezTo>
                <a:cubicBezTo>
                  <a:pt x="32729" y="431258"/>
                  <a:pt x="16351" y="411683"/>
                  <a:pt x="14" y="392528"/>
                </a:cubicBezTo>
                <a:lnTo>
                  <a:pt x="14" y="378805"/>
                </a:lnTo>
                <a:cubicBezTo>
                  <a:pt x="18627" y="400534"/>
                  <a:pt x="37308" y="422764"/>
                  <a:pt x="56056" y="445591"/>
                </a:cubicBezTo>
                <a:lnTo>
                  <a:pt x="56097" y="445631"/>
                </a:lnTo>
                <a:cubicBezTo>
                  <a:pt x="550523" y="1067762"/>
                  <a:pt x="1303596" y="1231934"/>
                  <a:pt x="2029792" y="1390240"/>
                </a:cubicBezTo>
                <a:cubicBezTo>
                  <a:pt x="2388345" y="1468404"/>
                  <a:pt x="2740382" y="1545146"/>
                  <a:pt x="3051861" y="1674869"/>
                </a:cubicBezTo>
                <a:cubicBezTo>
                  <a:pt x="3258258" y="1760891"/>
                  <a:pt x="3397165" y="1914659"/>
                  <a:pt x="3503331" y="2096076"/>
                </a:cubicBezTo>
                <a:lnTo>
                  <a:pt x="3499389" y="2076406"/>
                </a:lnTo>
                <a:cubicBezTo>
                  <a:pt x="3493862" y="2048933"/>
                  <a:pt x="3488335" y="2021352"/>
                  <a:pt x="3482713" y="1993771"/>
                </a:cubicBezTo>
                <a:cubicBezTo>
                  <a:pt x="3380395" y="1785071"/>
                  <a:pt x="3241541" y="1607447"/>
                  <a:pt x="3019457" y="1515046"/>
                </a:cubicBezTo>
                <a:cubicBezTo>
                  <a:pt x="2704782" y="1384253"/>
                  <a:pt x="2346635" y="1310830"/>
                  <a:pt x="1981810" y="1236052"/>
                </a:cubicBezTo>
                <a:cubicBezTo>
                  <a:pt x="1250303" y="1086131"/>
                  <a:pt x="491961" y="930575"/>
                  <a:pt x="14" y="296293"/>
                </a:cubicBezTo>
                <a:lnTo>
                  <a:pt x="14" y="281771"/>
                </a:lnTo>
                <a:cubicBezTo>
                  <a:pt x="489712" y="921065"/>
                  <a:pt x="1250208" y="1077014"/>
                  <a:pt x="1983598" y="1227328"/>
                </a:cubicBezTo>
                <a:cubicBezTo>
                  <a:pt x="2348870" y="1302201"/>
                  <a:pt x="2707437" y="1375705"/>
                  <a:pt x="3022857" y="1506809"/>
                </a:cubicBezTo>
                <a:cubicBezTo>
                  <a:pt x="3236895" y="1595852"/>
                  <a:pt x="3374150" y="1762652"/>
                  <a:pt x="3475790" y="1960027"/>
                </a:cubicBezTo>
                <a:cubicBezTo>
                  <a:pt x="3469694" y="1930644"/>
                  <a:pt x="3463490" y="1901275"/>
                  <a:pt x="3457069" y="1872041"/>
                </a:cubicBezTo>
                <a:cubicBezTo>
                  <a:pt x="3360251" y="1641043"/>
                  <a:pt x="3223863" y="1443939"/>
                  <a:pt x="2990440" y="1347013"/>
                </a:cubicBezTo>
                <a:cubicBezTo>
                  <a:pt x="2672039" y="1214892"/>
                  <a:pt x="2307566" y="1144788"/>
                  <a:pt x="1936212" y="1073397"/>
                </a:cubicBezTo>
                <a:cubicBezTo>
                  <a:pt x="1225201" y="936657"/>
                  <a:pt x="489062" y="795067"/>
                  <a:pt x="14" y="204392"/>
                </a:cubicBezTo>
                <a:lnTo>
                  <a:pt x="14" y="190263"/>
                </a:lnTo>
                <a:cubicBezTo>
                  <a:pt x="487043" y="785558"/>
                  <a:pt x="1225133" y="927567"/>
                  <a:pt x="1937891" y="1064633"/>
                </a:cubicBezTo>
                <a:cubicBezTo>
                  <a:pt x="2309693" y="1136132"/>
                  <a:pt x="2674640" y="1206317"/>
                  <a:pt x="2993813" y="1338749"/>
                </a:cubicBezTo>
                <a:cubicBezTo>
                  <a:pt x="3215451" y="1430772"/>
                  <a:pt x="3350240" y="1611403"/>
                  <a:pt x="3446611" y="1825535"/>
                </a:cubicBezTo>
                <a:cubicBezTo>
                  <a:pt x="3441422" y="1802940"/>
                  <a:pt x="3436085" y="1780465"/>
                  <a:pt x="3430558" y="1758141"/>
                </a:cubicBezTo>
                <a:cubicBezTo>
                  <a:pt x="3340324" y="1501404"/>
                  <a:pt x="3207742" y="1281014"/>
                  <a:pt x="2961396" y="1178953"/>
                </a:cubicBezTo>
                <a:cubicBezTo>
                  <a:pt x="2639378" y="1045572"/>
                  <a:pt x="2268701" y="978855"/>
                  <a:pt x="1891006" y="910891"/>
                </a:cubicBezTo>
                <a:cubicBezTo>
                  <a:pt x="1200221" y="786574"/>
                  <a:pt x="485946" y="657948"/>
                  <a:pt x="14" y="109999"/>
                </a:cubicBezTo>
                <a:lnTo>
                  <a:pt x="14" y="96547"/>
                </a:lnTo>
                <a:cubicBezTo>
                  <a:pt x="484158" y="648628"/>
                  <a:pt x="1200221" y="777511"/>
                  <a:pt x="1892578" y="902100"/>
                </a:cubicBezTo>
                <a:cubicBezTo>
                  <a:pt x="2270787" y="970145"/>
                  <a:pt x="2641952" y="1036957"/>
                  <a:pt x="2964797" y="1170676"/>
                </a:cubicBezTo>
                <a:cubicBezTo>
                  <a:pt x="3187775" y="1263051"/>
                  <a:pt x="3318324" y="1450455"/>
                  <a:pt x="3408436" y="1673894"/>
                </a:cubicBezTo>
                <a:cubicBezTo>
                  <a:pt x="3326262" y="1378929"/>
                  <a:pt x="3199587" y="1121366"/>
                  <a:pt x="2932379" y="1010879"/>
                </a:cubicBezTo>
                <a:cubicBezTo>
                  <a:pt x="2606853" y="876266"/>
                  <a:pt x="2230107" y="813003"/>
                  <a:pt x="1846140" y="748521"/>
                </a:cubicBezTo>
                <a:cubicBezTo>
                  <a:pt x="1175295" y="635881"/>
                  <a:pt x="482492" y="519460"/>
                  <a:pt x="14" y="13032"/>
                </a:cubicBezTo>
                <a:lnTo>
                  <a:pt x="14" y="0"/>
                </a:lnTo>
                <a:close/>
                <a:moveTo>
                  <a:pt x="636761" y="2124023"/>
                </a:moveTo>
                <a:lnTo>
                  <a:pt x="636734" y="2124023"/>
                </a:lnTo>
              </a:path>
            </a:pathLst>
          </a:custGeom>
          <a:solidFill>
            <a:schemeClr val="bg1">
              <a:lumMod val="95000"/>
            </a:schemeClr>
          </a:solidFill>
          <a:ln w="135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0D972D0B-88C7-B2B4-8266-89A178589F1B}"/>
              </a:ext>
            </a:extLst>
          </p:cNvPr>
          <p:cNvSpPr/>
          <p:nvPr userDrawn="1"/>
        </p:nvSpPr>
        <p:spPr>
          <a:xfrm flipV="1">
            <a:off x="0" y="0"/>
            <a:ext cx="11658600" cy="5308600"/>
          </a:xfrm>
          <a:prstGeom prst="round1Rect">
            <a:avLst>
              <a:gd name="adj" fmla="val 10971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BF1D3-7252-5E61-4961-ABDD7352C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843" y="2519363"/>
            <a:ext cx="69088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B724A-755D-444C-C3AA-5A05368AC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843" y="5601948"/>
            <a:ext cx="6908800" cy="6778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24" name="Graphic 22">
            <a:extLst>
              <a:ext uri="{FF2B5EF4-FFF2-40B4-BE49-F238E27FC236}">
                <a16:creationId xmlns:a16="http://schemas.microsoft.com/office/drawing/2014/main" id="{13961249-2A98-0CCA-DCFD-943BBC8CC1BA}"/>
              </a:ext>
            </a:extLst>
          </p:cNvPr>
          <p:cNvSpPr/>
          <p:nvPr/>
        </p:nvSpPr>
        <p:spPr>
          <a:xfrm flipH="1">
            <a:off x="0" y="-26"/>
            <a:ext cx="5430577" cy="1467586"/>
          </a:xfrm>
          <a:custGeom>
            <a:avLst/>
            <a:gdLst>
              <a:gd name="connsiteX0" fmla="*/ 5353451 w 5430577"/>
              <a:gd name="connsiteY0" fmla="*/ 778363 h 1467586"/>
              <a:gd name="connsiteX1" fmla="*/ 5324681 w 5430577"/>
              <a:gd name="connsiteY1" fmla="*/ 725644 h 1467586"/>
              <a:gd name="connsiteX2" fmla="*/ 5350695 w 5430577"/>
              <a:gd name="connsiteY2" fmla="*/ 774012 h 1467586"/>
              <a:gd name="connsiteX3" fmla="*/ 5353465 w 5430577"/>
              <a:gd name="connsiteY3" fmla="*/ 778363 h 1467586"/>
              <a:gd name="connsiteX4" fmla="*/ 3234726 w 5430577"/>
              <a:gd name="connsiteY4" fmla="*/ 26 h 1467586"/>
              <a:gd name="connsiteX5" fmla="*/ 3218865 w 5430577"/>
              <a:gd name="connsiteY5" fmla="*/ 26 h 1467586"/>
              <a:gd name="connsiteX6" fmla="*/ 2253600 w 5430577"/>
              <a:gd name="connsiteY6" fmla="*/ 239347 h 1467586"/>
              <a:gd name="connsiteX7" fmla="*/ 1774711 w 5430577"/>
              <a:gd name="connsiteY7" fmla="*/ 26 h 1467586"/>
              <a:gd name="connsiteX8" fmla="*/ 1763252 w 5430577"/>
              <a:gd name="connsiteY8" fmla="*/ 26 h 1467586"/>
              <a:gd name="connsiteX9" fmla="*/ 2253012 w 5430577"/>
              <a:gd name="connsiteY9" fmla="*/ 247944 h 1467586"/>
              <a:gd name="connsiteX10" fmla="*/ 3234726 w 5430577"/>
              <a:gd name="connsiteY10" fmla="*/ 26 h 1467586"/>
              <a:gd name="connsiteX11" fmla="*/ 3437620 w 5430577"/>
              <a:gd name="connsiteY11" fmla="*/ 26 h 1467586"/>
              <a:gd name="connsiteX12" fmla="*/ 3423562 w 5430577"/>
              <a:gd name="connsiteY12" fmla="*/ 26 h 1467586"/>
              <a:gd name="connsiteX13" fmla="*/ 2310788 w 5430577"/>
              <a:gd name="connsiteY13" fmla="*/ 340617 h 1467586"/>
              <a:gd name="connsiteX14" fmla="*/ 1738729 w 5430577"/>
              <a:gd name="connsiteY14" fmla="*/ 26 h 1467586"/>
              <a:gd name="connsiteX15" fmla="*/ 1728158 w 5430577"/>
              <a:gd name="connsiteY15" fmla="*/ 26 h 1467586"/>
              <a:gd name="connsiteX16" fmla="*/ 2310213 w 5430577"/>
              <a:gd name="connsiteY16" fmla="*/ 349227 h 1467586"/>
              <a:gd name="connsiteX17" fmla="*/ 3437620 w 5430577"/>
              <a:gd name="connsiteY17" fmla="*/ 26 h 1467586"/>
              <a:gd name="connsiteX18" fmla="*/ 3625489 w 5430577"/>
              <a:gd name="connsiteY18" fmla="*/ 26 h 1467586"/>
              <a:gd name="connsiteX19" fmla="*/ 3612227 w 5430577"/>
              <a:gd name="connsiteY19" fmla="*/ 26 h 1467586"/>
              <a:gd name="connsiteX20" fmla="*/ 2368001 w 5430577"/>
              <a:gd name="connsiteY20" fmla="*/ 441914 h 1467586"/>
              <a:gd name="connsiteX21" fmla="*/ 1702720 w 5430577"/>
              <a:gd name="connsiteY21" fmla="*/ 26 h 1467586"/>
              <a:gd name="connsiteX22" fmla="*/ 1692398 w 5430577"/>
              <a:gd name="connsiteY22" fmla="*/ 26 h 1467586"/>
              <a:gd name="connsiteX23" fmla="*/ 2367413 w 5430577"/>
              <a:gd name="connsiteY23" fmla="*/ 450498 h 1467586"/>
              <a:gd name="connsiteX24" fmla="*/ 3625476 w 5430577"/>
              <a:gd name="connsiteY24" fmla="*/ 26 h 1467586"/>
              <a:gd name="connsiteX25" fmla="*/ 3807583 w 5430577"/>
              <a:gd name="connsiteY25" fmla="*/ 26 h 1467586"/>
              <a:gd name="connsiteX26" fmla="*/ 3794609 w 5430577"/>
              <a:gd name="connsiteY26" fmla="*/ 26 h 1467586"/>
              <a:gd name="connsiteX27" fmla="*/ 2425215 w 5430577"/>
              <a:gd name="connsiteY27" fmla="*/ 543198 h 1467586"/>
              <a:gd name="connsiteX28" fmla="*/ 1656494 w 5430577"/>
              <a:gd name="connsiteY28" fmla="*/ 26 h 1467586"/>
              <a:gd name="connsiteX29" fmla="*/ 1646068 w 5430577"/>
              <a:gd name="connsiteY29" fmla="*/ 26 h 1467586"/>
              <a:gd name="connsiteX30" fmla="*/ 2424614 w 5430577"/>
              <a:gd name="connsiteY30" fmla="*/ 551782 h 1467586"/>
              <a:gd name="connsiteX31" fmla="*/ 3807583 w 5430577"/>
              <a:gd name="connsiteY31" fmla="*/ 26 h 1467586"/>
              <a:gd name="connsiteX32" fmla="*/ 3991362 w 5430577"/>
              <a:gd name="connsiteY32" fmla="*/ 26 h 1467586"/>
              <a:gd name="connsiteX33" fmla="*/ 3978179 w 5430577"/>
              <a:gd name="connsiteY33" fmla="*/ 26 h 1467586"/>
              <a:gd name="connsiteX34" fmla="*/ 3904280 w 5430577"/>
              <a:gd name="connsiteY34" fmla="*/ 64413 h 1467586"/>
              <a:gd name="connsiteX35" fmla="*/ 2482416 w 5430577"/>
              <a:gd name="connsiteY35" fmla="*/ 644481 h 1467586"/>
              <a:gd name="connsiteX36" fmla="*/ 1591520 w 5430577"/>
              <a:gd name="connsiteY36" fmla="*/ 26 h 1467586"/>
              <a:gd name="connsiteX37" fmla="*/ 1580714 w 5430577"/>
              <a:gd name="connsiteY37" fmla="*/ 26 h 1467586"/>
              <a:gd name="connsiteX38" fmla="*/ 1582557 w 5430577"/>
              <a:gd name="connsiteY38" fmla="*/ 2469 h 1467586"/>
              <a:gd name="connsiteX39" fmla="*/ 2481815 w 5430577"/>
              <a:gd name="connsiteY39" fmla="*/ 653065 h 1467586"/>
              <a:gd name="connsiteX40" fmla="*/ 3909951 w 5430577"/>
              <a:gd name="connsiteY40" fmla="*/ 70880 h 1467586"/>
              <a:gd name="connsiteX41" fmla="*/ 3991348 w 5430577"/>
              <a:gd name="connsiteY41" fmla="*/ 26 h 1467586"/>
              <a:gd name="connsiteX42" fmla="*/ 4187200 w 5430577"/>
              <a:gd name="connsiteY42" fmla="*/ 26 h 1467586"/>
              <a:gd name="connsiteX43" fmla="*/ 4172815 w 5430577"/>
              <a:gd name="connsiteY43" fmla="*/ 26 h 1467586"/>
              <a:gd name="connsiteX44" fmla="*/ 3972900 w 5430577"/>
              <a:gd name="connsiteY44" fmla="*/ 165291 h 1467586"/>
              <a:gd name="connsiteX45" fmla="*/ 2539630 w 5430577"/>
              <a:gd name="connsiteY45" fmla="*/ 745765 h 1467586"/>
              <a:gd name="connsiteX46" fmla="*/ 1600652 w 5430577"/>
              <a:gd name="connsiteY46" fmla="*/ 117498 h 1467586"/>
              <a:gd name="connsiteX47" fmla="*/ 1499356 w 5430577"/>
              <a:gd name="connsiteY47" fmla="*/ 26 h 1467586"/>
              <a:gd name="connsiteX48" fmla="*/ 1487936 w 5430577"/>
              <a:gd name="connsiteY48" fmla="*/ 26 h 1467586"/>
              <a:gd name="connsiteX49" fmla="*/ 1594133 w 5430577"/>
              <a:gd name="connsiteY49" fmla="*/ 123090 h 1467586"/>
              <a:gd name="connsiteX50" fmla="*/ 2539042 w 5430577"/>
              <a:gd name="connsiteY50" fmla="*/ 754349 h 1467586"/>
              <a:gd name="connsiteX51" fmla="*/ 3978518 w 5430577"/>
              <a:gd name="connsiteY51" fmla="*/ 171798 h 1467586"/>
              <a:gd name="connsiteX52" fmla="*/ 4187200 w 5430577"/>
              <a:gd name="connsiteY52" fmla="*/ 26 h 1467586"/>
              <a:gd name="connsiteX53" fmla="*/ 4428690 w 5430577"/>
              <a:gd name="connsiteY53" fmla="*/ 26 h 1467586"/>
              <a:gd name="connsiteX54" fmla="*/ 4407576 w 5430577"/>
              <a:gd name="connsiteY54" fmla="*/ 26 h 1467586"/>
              <a:gd name="connsiteX55" fmla="*/ 4041402 w 5430577"/>
              <a:gd name="connsiteY55" fmla="*/ 266222 h 1467586"/>
              <a:gd name="connsiteX56" fmla="*/ 2596843 w 5430577"/>
              <a:gd name="connsiteY56" fmla="*/ 847048 h 1467586"/>
              <a:gd name="connsiteX57" fmla="*/ 1603096 w 5430577"/>
              <a:gd name="connsiteY57" fmla="*/ 233350 h 1467586"/>
              <a:gd name="connsiteX58" fmla="*/ 1371249 w 5430577"/>
              <a:gd name="connsiteY58" fmla="*/ 13 h 1467586"/>
              <a:gd name="connsiteX59" fmla="*/ 1358810 w 5430577"/>
              <a:gd name="connsiteY59" fmla="*/ 13 h 1467586"/>
              <a:gd name="connsiteX60" fmla="*/ 1596942 w 5430577"/>
              <a:gd name="connsiteY60" fmla="*/ 239334 h 1467586"/>
              <a:gd name="connsiteX61" fmla="*/ 2596255 w 5430577"/>
              <a:gd name="connsiteY61" fmla="*/ 855619 h 1467586"/>
              <a:gd name="connsiteX62" fmla="*/ 4046994 w 5430577"/>
              <a:gd name="connsiteY62" fmla="*/ 272768 h 1467586"/>
              <a:gd name="connsiteX63" fmla="*/ 4422248 w 5430577"/>
              <a:gd name="connsiteY63" fmla="*/ 2783 h 1467586"/>
              <a:gd name="connsiteX64" fmla="*/ 4428716 w 5430577"/>
              <a:gd name="connsiteY64" fmla="*/ 0 h 1467586"/>
              <a:gd name="connsiteX65" fmla="*/ 5430564 w 5430577"/>
              <a:gd name="connsiteY65" fmla="*/ 753552 h 1467586"/>
              <a:gd name="connsiteX66" fmla="*/ 5430564 w 5430577"/>
              <a:gd name="connsiteY66" fmla="*/ 737181 h 1467586"/>
              <a:gd name="connsiteX67" fmla="*/ 5413710 w 5430577"/>
              <a:gd name="connsiteY67" fmla="*/ 709848 h 1467586"/>
              <a:gd name="connsiteX68" fmla="*/ 4945834 w 5430577"/>
              <a:gd name="connsiteY68" fmla="*/ 26 h 1467586"/>
              <a:gd name="connsiteX69" fmla="*/ 4935369 w 5430577"/>
              <a:gd name="connsiteY69" fmla="*/ 26 h 1467586"/>
              <a:gd name="connsiteX70" fmla="*/ 5406380 w 5430577"/>
              <a:gd name="connsiteY70" fmla="*/ 714316 h 1467586"/>
              <a:gd name="connsiteX71" fmla="*/ 5430564 w 5430577"/>
              <a:gd name="connsiteY71" fmla="*/ 753539 h 1467586"/>
              <a:gd name="connsiteX72" fmla="*/ 5430564 w 5430577"/>
              <a:gd name="connsiteY72" fmla="*/ 806911 h 1467586"/>
              <a:gd name="connsiteX73" fmla="*/ 5430564 w 5430577"/>
              <a:gd name="connsiteY73" fmla="*/ 789861 h 1467586"/>
              <a:gd name="connsiteX74" fmla="*/ 4922042 w 5430577"/>
              <a:gd name="connsiteY74" fmla="*/ 39 h 1467586"/>
              <a:gd name="connsiteX75" fmla="*/ 4911564 w 5430577"/>
              <a:gd name="connsiteY75" fmla="*/ 39 h 1467586"/>
              <a:gd name="connsiteX76" fmla="*/ 5430564 w 5430577"/>
              <a:gd name="connsiteY76" fmla="*/ 806924 h 1467586"/>
              <a:gd name="connsiteX77" fmla="*/ 5430564 w 5430577"/>
              <a:gd name="connsiteY77" fmla="*/ 852967 h 1467586"/>
              <a:gd name="connsiteX78" fmla="*/ 5430564 w 5430577"/>
              <a:gd name="connsiteY78" fmla="*/ 835355 h 1467586"/>
              <a:gd name="connsiteX79" fmla="*/ 4900445 w 5430577"/>
              <a:gd name="connsiteY79" fmla="*/ 26 h 1467586"/>
              <a:gd name="connsiteX80" fmla="*/ 4889875 w 5430577"/>
              <a:gd name="connsiteY80" fmla="*/ 26 h 1467586"/>
              <a:gd name="connsiteX81" fmla="*/ 5430564 w 5430577"/>
              <a:gd name="connsiteY81" fmla="*/ 852967 h 1467586"/>
              <a:gd name="connsiteX82" fmla="*/ 5430564 w 5430577"/>
              <a:gd name="connsiteY82" fmla="*/ 891928 h 1467586"/>
              <a:gd name="connsiteX83" fmla="*/ 5430564 w 5430577"/>
              <a:gd name="connsiteY83" fmla="*/ 873924 h 1467586"/>
              <a:gd name="connsiteX84" fmla="*/ 4879174 w 5430577"/>
              <a:gd name="connsiteY84" fmla="*/ 26 h 1467586"/>
              <a:gd name="connsiteX85" fmla="*/ 4868421 w 5430577"/>
              <a:gd name="connsiteY85" fmla="*/ 26 h 1467586"/>
              <a:gd name="connsiteX86" fmla="*/ 5430564 w 5430577"/>
              <a:gd name="connsiteY86" fmla="*/ 891928 h 1467586"/>
              <a:gd name="connsiteX87" fmla="*/ 5430564 w 5430577"/>
              <a:gd name="connsiteY87" fmla="*/ 967643 h 1467586"/>
              <a:gd name="connsiteX88" fmla="*/ 5430564 w 5430577"/>
              <a:gd name="connsiteY88" fmla="*/ 900630 h 1467586"/>
              <a:gd name="connsiteX89" fmla="*/ 5413893 w 5430577"/>
              <a:gd name="connsiteY89" fmla="*/ 873101 h 1467586"/>
              <a:gd name="connsiteX90" fmla="*/ 4854781 w 5430577"/>
              <a:gd name="connsiteY90" fmla="*/ 26 h 1467586"/>
              <a:gd name="connsiteX91" fmla="*/ 4843649 w 5430577"/>
              <a:gd name="connsiteY91" fmla="*/ 26 h 1467586"/>
              <a:gd name="connsiteX92" fmla="*/ 5117410 w 5430577"/>
              <a:gd name="connsiteY92" fmla="*/ 372314 h 1467586"/>
              <a:gd name="connsiteX93" fmla="*/ 4820118 w 5430577"/>
              <a:gd name="connsiteY93" fmla="*/ 26 h 1467586"/>
              <a:gd name="connsiteX94" fmla="*/ 4807732 w 5430577"/>
              <a:gd name="connsiteY94" fmla="*/ 26 h 1467586"/>
              <a:gd name="connsiteX95" fmla="*/ 5083388 w 5430577"/>
              <a:gd name="connsiteY95" fmla="*/ 335587 h 1467586"/>
              <a:gd name="connsiteX96" fmla="*/ 4747814 w 5430577"/>
              <a:gd name="connsiteY96" fmla="*/ 26 h 1467586"/>
              <a:gd name="connsiteX97" fmla="*/ 4728255 w 5430577"/>
              <a:gd name="connsiteY97" fmla="*/ 26 h 1467586"/>
              <a:gd name="connsiteX98" fmla="*/ 5096166 w 5430577"/>
              <a:gd name="connsiteY98" fmla="*/ 368734 h 1467586"/>
              <a:gd name="connsiteX99" fmla="*/ 4501125 w 5430577"/>
              <a:gd name="connsiteY99" fmla="*/ 92386 h 1467586"/>
              <a:gd name="connsiteX100" fmla="*/ 4109735 w 5430577"/>
              <a:gd name="connsiteY100" fmla="*/ 367205 h 1467586"/>
              <a:gd name="connsiteX101" fmla="*/ 2654018 w 5430577"/>
              <a:gd name="connsiteY101" fmla="*/ 948332 h 1467586"/>
              <a:gd name="connsiteX102" fmla="*/ 1592029 w 5430577"/>
              <a:gd name="connsiteY102" fmla="*/ 342747 h 1467586"/>
              <a:gd name="connsiteX103" fmla="*/ 1198745 w 5430577"/>
              <a:gd name="connsiteY103" fmla="*/ 26 h 1467586"/>
              <a:gd name="connsiteX104" fmla="*/ 1184870 w 5430577"/>
              <a:gd name="connsiteY104" fmla="*/ 26 h 1467586"/>
              <a:gd name="connsiteX105" fmla="*/ 1586228 w 5430577"/>
              <a:gd name="connsiteY105" fmla="*/ 349097 h 1467586"/>
              <a:gd name="connsiteX106" fmla="*/ 2653443 w 5430577"/>
              <a:gd name="connsiteY106" fmla="*/ 956942 h 1467586"/>
              <a:gd name="connsiteX107" fmla="*/ 4115275 w 5430577"/>
              <a:gd name="connsiteY107" fmla="*/ 373843 h 1467586"/>
              <a:gd name="connsiteX108" fmla="*/ 4504417 w 5430577"/>
              <a:gd name="connsiteY108" fmla="*/ 100369 h 1467586"/>
              <a:gd name="connsiteX109" fmla="*/ 5126517 w 5430577"/>
              <a:gd name="connsiteY109" fmla="*/ 425752 h 1467586"/>
              <a:gd name="connsiteX110" fmla="*/ 4583333 w 5430577"/>
              <a:gd name="connsiteY110" fmla="*/ 190181 h 1467586"/>
              <a:gd name="connsiteX111" fmla="*/ 4177976 w 5430577"/>
              <a:gd name="connsiteY111" fmla="*/ 468267 h 1467586"/>
              <a:gd name="connsiteX112" fmla="*/ 2711245 w 5430577"/>
              <a:gd name="connsiteY112" fmla="*/ 1049629 h 1467586"/>
              <a:gd name="connsiteX113" fmla="*/ 1558882 w 5430577"/>
              <a:gd name="connsiteY113" fmla="*/ 441600 h 1467586"/>
              <a:gd name="connsiteX114" fmla="*/ 977011 w 5430577"/>
              <a:gd name="connsiteY114" fmla="*/ 26 h 1467586"/>
              <a:gd name="connsiteX115" fmla="*/ 961398 w 5430577"/>
              <a:gd name="connsiteY115" fmla="*/ 26 h 1467586"/>
              <a:gd name="connsiteX116" fmla="*/ 1553473 w 5430577"/>
              <a:gd name="connsiteY116" fmla="*/ 448264 h 1467586"/>
              <a:gd name="connsiteX117" fmla="*/ 2710644 w 5430577"/>
              <a:gd name="connsiteY117" fmla="*/ 1058213 h 1467586"/>
              <a:gd name="connsiteX118" fmla="*/ 4183490 w 5430577"/>
              <a:gd name="connsiteY118" fmla="*/ 474904 h 1467586"/>
              <a:gd name="connsiteX119" fmla="*/ 4586481 w 5430577"/>
              <a:gd name="connsiteY119" fmla="*/ 198177 h 1467586"/>
              <a:gd name="connsiteX120" fmla="*/ 5165308 w 5430577"/>
              <a:gd name="connsiteY120" fmla="*/ 493235 h 1467586"/>
              <a:gd name="connsiteX121" fmla="*/ 4665384 w 5430577"/>
              <a:gd name="connsiteY121" fmla="*/ 288238 h 1467586"/>
              <a:gd name="connsiteX122" fmla="*/ 4246152 w 5430577"/>
              <a:gd name="connsiteY122" fmla="*/ 569342 h 1467586"/>
              <a:gd name="connsiteX123" fmla="*/ 2768458 w 5430577"/>
              <a:gd name="connsiteY123" fmla="*/ 1150899 h 1467586"/>
              <a:gd name="connsiteX124" fmla="*/ 1486081 w 5430577"/>
              <a:gd name="connsiteY124" fmla="*/ 521274 h 1467586"/>
              <a:gd name="connsiteX125" fmla="*/ 903125 w 5430577"/>
              <a:gd name="connsiteY125" fmla="*/ 115473 h 1467586"/>
              <a:gd name="connsiteX126" fmla="*/ 719333 w 5430577"/>
              <a:gd name="connsiteY126" fmla="*/ 26 h 1467586"/>
              <a:gd name="connsiteX127" fmla="*/ 703080 w 5430577"/>
              <a:gd name="connsiteY127" fmla="*/ 26 h 1467586"/>
              <a:gd name="connsiteX128" fmla="*/ 898526 w 5430577"/>
              <a:gd name="connsiteY128" fmla="*/ 122763 h 1467586"/>
              <a:gd name="connsiteX129" fmla="*/ 1480973 w 5430577"/>
              <a:gd name="connsiteY129" fmla="*/ 528185 h 1467586"/>
              <a:gd name="connsiteX130" fmla="*/ 2767857 w 5430577"/>
              <a:gd name="connsiteY130" fmla="*/ 1159483 h 1467586"/>
              <a:gd name="connsiteX131" fmla="*/ 4251535 w 5430577"/>
              <a:gd name="connsiteY131" fmla="*/ 576031 h 1467586"/>
              <a:gd name="connsiteX132" fmla="*/ 4668337 w 5430577"/>
              <a:gd name="connsiteY132" fmla="*/ 296325 h 1467586"/>
              <a:gd name="connsiteX133" fmla="*/ 5211351 w 5430577"/>
              <a:gd name="connsiteY133" fmla="*/ 569511 h 1467586"/>
              <a:gd name="connsiteX134" fmla="*/ 4747252 w 5430577"/>
              <a:gd name="connsiteY134" fmla="*/ 386595 h 1467586"/>
              <a:gd name="connsiteX135" fmla="*/ 4314158 w 5430577"/>
              <a:gd name="connsiteY135" fmla="*/ 670468 h 1467586"/>
              <a:gd name="connsiteX136" fmla="*/ 2825685 w 5430577"/>
              <a:gd name="connsiteY136" fmla="*/ 1252170 h 1467586"/>
              <a:gd name="connsiteX137" fmla="*/ 1330863 w 5430577"/>
              <a:gd name="connsiteY137" fmla="*/ 559255 h 1467586"/>
              <a:gd name="connsiteX138" fmla="*/ 905007 w 5430577"/>
              <a:gd name="connsiteY138" fmla="*/ 279941 h 1467586"/>
              <a:gd name="connsiteX139" fmla="*/ 465236 w 5430577"/>
              <a:gd name="connsiteY139" fmla="*/ 26 h 1467586"/>
              <a:gd name="connsiteX140" fmla="*/ 449296 w 5430577"/>
              <a:gd name="connsiteY140" fmla="*/ 26 h 1467586"/>
              <a:gd name="connsiteX141" fmla="*/ 900382 w 5430577"/>
              <a:gd name="connsiteY141" fmla="*/ 287232 h 1467586"/>
              <a:gd name="connsiteX142" fmla="*/ 1326068 w 5430577"/>
              <a:gd name="connsiteY142" fmla="*/ 566454 h 1467586"/>
              <a:gd name="connsiteX143" fmla="*/ 2825045 w 5430577"/>
              <a:gd name="connsiteY143" fmla="*/ 1260767 h 1467586"/>
              <a:gd name="connsiteX144" fmla="*/ 4319462 w 5430577"/>
              <a:gd name="connsiteY144" fmla="*/ 677210 h 1467586"/>
              <a:gd name="connsiteX145" fmla="*/ 4749996 w 5430577"/>
              <a:gd name="connsiteY145" fmla="*/ 394748 h 1467586"/>
              <a:gd name="connsiteX146" fmla="*/ 5260660 w 5430577"/>
              <a:gd name="connsiteY146" fmla="*/ 649342 h 1467586"/>
              <a:gd name="connsiteX147" fmla="*/ 4828885 w 5430577"/>
              <a:gd name="connsiteY147" fmla="*/ 485252 h 1467586"/>
              <a:gd name="connsiteX148" fmla="*/ 4382007 w 5430577"/>
              <a:gd name="connsiteY148" fmla="*/ 771674 h 1467586"/>
              <a:gd name="connsiteX149" fmla="*/ 2882860 w 5430577"/>
              <a:gd name="connsiteY149" fmla="*/ 1353467 h 1467586"/>
              <a:gd name="connsiteX150" fmla="*/ 952239 w 5430577"/>
              <a:gd name="connsiteY150" fmla="*/ 473258 h 1467586"/>
              <a:gd name="connsiteX151" fmla="*/ 906823 w 5430577"/>
              <a:gd name="connsiteY151" fmla="*/ 444436 h 1467586"/>
              <a:gd name="connsiteX152" fmla="*/ 229038 w 5430577"/>
              <a:gd name="connsiteY152" fmla="*/ 26 h 1467586"/>
              <a:gd name="connsiteX153" fmla="*/ 213673 w 5430577"/>
              <a:gd name="connsiteY153" fmla="*/ 26 h 1467586"/>
              <a:gd name="connsiteX154" fmla="*/ 902237 w 5430577"/>
              <a:gd name="connsiteY154" fmla="*/ 451713 h 1467586"/>
              <a:gd name="connsiteX155" fmla="*/ 947640 w 5430577"/>
              <a:gd name="connsiteY155" fmla="*/ 480549 h 1467586"/>
              <a:gd name="connsiteX156" fmla="*/ 2882259 w 5430577"/>
              <a:gd name="connsiteY156" fmla="*/ 1362051 h 1467586"/>
              <a:gd name="connsiteX157" fmla="*/ 4387298 w 5430577"/>
              <a:gd name="connsiteY157" fmla="*/ 778442 h 1467586"/>
              <a:gd name="connsiteX158" fmla="*/ 4831498 w 5430577"/>
              <a:gd name="connsiteY158" fmla="*/ 493431 h 1467586"/>
              <a:gd name="connsiteX159" fmla="*/ 5302914 w 5430577"/>
              <a:gd name="connsiteY159" fmla="*/ 717948 h 1467586"/>
              <a:gd name="connsiteX160" fmla="*/ 5307108 w 5430577"/>
              <a:gd name="connsiteY160" fmla="*/ 725762 h 1467586"/>
              <a:gd name="connsiteX161" fmla="*/ 4910362 w 5430577"/>
              <a:gd name="connsiteY161" fmla="*/ 584145 h 1467586"/>
              <a:gd name="connsiteX162" fmla="*/ 4449751 w 5430577"/>
              <a:gd name="connsiteY162" fmla="*/ 872892 h 1467586"/>
              <a:gd name="connsiteX163" fmla="*/ 2940074 w 5430577"/>
              <a:gd name="connsiteY163" fmla="*/ 1454737 h 1467586"/>
              <a:gd name="connsiteX164" fmla="*/ 14777 w 5430577"/>
              <a:gd name="connsiteY164" fmla="*/ 26 h 1467586"/>
              <a:gd name="connsiteX165" fmla="*/ 0 w 5430577"/>
              <a:gd name="connsiteY165" fmla="*/ 26 h 1467586"/>
              <a:gd name="connsiteX166" fmla="*/ 2939473 w 5430577"/>
              <a:gd name="connsiteY166" fmla="*/ 1463334 h 1467586"/>
              <a:gd name="connsiteX167" fmla="*/ 4455004 w 5430577"/>
              <a:gd name="connsiteY167" fmla="*/ 879712 h 1467586"/>
              <a:gd name="connsiteX168" fmla="*/ 4912779 w 5430577"/>
              <a:gd name="connsiteY168" fmla="*/ 592389 h 1467586"/>
              <a:gd name="connsiteX169" fmla="*/ 5326432 w 5430577"/>
              <a:gd name="connsiteY169" fmla="*/ 761796 h 1467586"/>
              <a:gd name="connsiteX170" fmla="*/ 5430577 w 5430577"/>
              <a:gd name="connsiteY170" fmla="*/ 967630 h 1467586"/>
              <a:gd name="connsiteX171" fmla="*/ 4973142 w 5430577"/>
              <a:gd name="connsiteY171" fmla="*/ 26 h 1467586"/>
              <a:gd name="connsiteX172" fmla="*/ 5370999 w 5430577"/>
              <a:gd name="connsiteY172" fmla="*/ 585451 h 1467586"/>
              <a:gd name="connsiteX173" fmla="*/ 5430577 w 5430577"/>
              <a:gd name="connsiteY173" fmla="*/ 677158 h 1467586"/>
              <a:gd name="connsiteX174" fmla="*/ 5430577 w 5430577"/>
              <a:gd name="connsiteY174" fmla="*/ 692758 h 1467586"/>
              <a:gd name="connsiteX175" fmla="*/ 5363734 w 5430577"/>
              <a:gd name="connsiteY175" fmla="*/ 590103 h 1467586"/>
              <a:gd name="connsiteX176" fmla="*/ 4962532 w 5430577"/>
              <a:gd name="connsiteY176" fmla="*/ 26 h 1467586"/>
              <a:gd name="connsiteX177" fmla="*/ 4973142 w 5430577"/>
              <a:gd name="connsiteY177" fmla="*/ 26 h 1467586"/>
              <a:gd name="connsiteX178" fmla="*/ 1827548 w 5430577"/>
              <a:gd name="connsiteY178" fmla="*/ 26 h 1467586"/>
              <a:gd name="connsiteX179" fmla="*/ 2196386 w 5430577"/>
              <a:gd name="connsiteY179" fmla="*/ 138076 h 1467586"/>
              <a:gd name="connsiteX180" fmla="*/ 2979074 w 5430577"/>
              <a:gd name="connsiteY180" fmla="*/ 26 h 1467586"/>
              <a:gd name="connsiteX181" fmla="*/ 2999038 w 5430577"/>
              <a:gd name="connsiteY181" fmla="*/ 26 h 1467586"/>
              <a:gd name="connsiteX182" fmla="*/ 2195798 w 5430577"/>
              <a:gd name="connsiteY182" fmla="*/ 146647 h 1467586"/>
              <a:gd name="connsiteX183" fmla="*/ 1813750 w 5430577"/>
              <a:gd name="connsiteY183" fmla="*/ 26 h 1467586"/>
              <a:gd name="connsiteX184" fmla="*/ 1827561 w 5430577"/>
              <a:gd name="connsiteY184" fmla="*/ 26 h 1467586"/>
              <a:gd name="connsiteX185" fmla="*/ 5004655 w 5430577"/>
              <a:gd name="connsiteY185" fmla="*/ 26 h 1467586"/>
              <a:gd name="connsiteX186" fmla="*/ 5328235 w 5430577"/>
              <a:gd name="connsiteY186" fmla="*/ 461081 h 1467586"/>
              <a:gd name="connsiteX187" fmla="*/ 5430577 w 5430577"/>
              <a:gd name="connsiteY187" fmla="*/ 609975 h 1467586"/>
              <a:gd name="connsiteX188" fmla="*/ 5430577 w 5430577"/>
              <a:gd name="connsiteY188" fmla="*/ 624935 h 1467586"/>
              <a:gd name="connsiteX189" fmla="*/ 5321114 w 5430577"/>
              <a:gd name="connsiteY189" fmla="*/ 465876 h 1467586"/>
              <a:gd name="connsiteX190" fmla="*/ 4994033 w 5430577"/>
              <a:gd name="connsiteY190" fmla="*/ 26 h 1467586"/>
              <a:gd name="connsiteX191" fmla="*/ 5004668 w 5430577"/>
              <a:gd name="connsiteY191" fmla="*/ 26 h 1467586"/>
              <a:gd name="connsiteX192" fmla="*/ 1952545 w 5430577"/>
              <a:gd name="connsiteY192" fmla="*/ 26 h 1467586"/>
              <a:gd name="connsiteX193" fmla="*/ 2139199 w 5430577"/>
              <a:gd name="connsiteY193" fmla="*/ 36792 h 1467586"/>
              <a:gd name="connsiteX194" fmla="*/ 2635961 w 5430577"/>
              <a:gd name="connsiteY194" fmla="*/ 26 h 1467586"/>
              <a:gd name="connsiteX195" fmla="*/ 2671486 w 5430577"/>
              <a:gd name="connsiteY195" fmla="*/ 26 h 1467586"/>
              <a:gd name="connsiteX196" fmla="*/ 2138585 w 5430577"/>
              <a:gd name="connsiteY196" fmla="*/ 45376 h 1467586"/>
              <a:gd name="connsiteX197" fmla="*/ 1927446 w 5430577"/>
              <a:gd name="connsiteY197" fmla="*/ 26 h 1467586"/>
              <a:gd name="connsiteX198" fmla="*/ 1952545 w 5430577"/>
              <a:gd name="connsiteY198" fmla="*/ 26 h 1467586"/>
              <a:gd name="connsiteX199" fmla="*/ 5041291 w 5430577"/>
              <a:gd name="connsiteY199" fmla="*/ 26 h 1467586"/>
              <a:gd name="connsiteX200" fmla="*/ 5285485 w 5430577"/>
              <a:gd name="connsiteY200" fmla="*/ 336698 h 1467586"/>
              <a:gd name="connsiteX201" fmla="*/ 5430564 w 5430577"/>
              <a:gd name="connsiteY201" fmla="*/ 536181 h 1467586"/>
              <a:gd name="connsiteX202" fmla="*/ 5430564 w 5430577"/>
              <a:gd name="connsiteY202" fmla="*/ 550553 h 1467586"/>
              <a:gd name="connsiteX203" fmla="*/ 5278443 w 5430577"/>
              <a:gd name="connsiteY203" fmla="*/ 341662 h 1467586"/>
              <a:gd name="connsiteX204" fmla="*/ 5030551 w 5430577"/>
              <a:gd name="connsiteY204" fmla="*/ 26 h 1467586"/>
              <a:gd name="connsiteX205" fmla="*/ 5041291 w 5430577"/>
              <a:gd name="connsiteY205" fmla="*/ 26 h 1467586"/>
              <a:gd name="connsiteX206" fmla="*/ 5083440 w 5430577"/>
              <a:gd name="connsiteY206" fmla="*/ 26 h 1467586"/>
              <a:gd name="connsiteX207" fmla="*/ 5242748 w 5430577"/>
              <a:gd name="connsiteY207" fmla="*/ 212327 h 1467586"/>
              <a:gd name="connsiteX208" fmla="*/ 5430577 w 5430577"/>
              <a:gd name="connsiteY208" fmla="*/ 456913 h 1467586"/>
              <a:gd name="connsiteX209" fmla="*/ 5430577 w 5430577"/>
              <a:gd name="connsiteY209" fmla="*/ 470645 h 1467586"/>
              <a:gd name="connsiteX210" fmla="*/ 5235836 w 5430577"/>
              <a:gd name="connsiteY210" fmla="*/ 217436 h 1467586"/>
              <a:gd name="connsiteX211" fmla="*/ 5072635 w 5430577"/>
              <a:gd name="connsiteY211" fmla="*/ 26 h 1467586"/>
              <a:gd name="connsiteX212" fmla="*/ 5083440 w 5430577"/>
              <a:gd name="connsiteY212" fmla="*/ 26 h 1467586"/>
              <a:gd name="connsiteX213" fmla="*/ 5131691 w 5430577"/>
              <a:gd name="connsiteY213" fmla="*/ 26 h 1467586"/>
              <a:gd name="connsiteX214" fmla="*/ 5199997 w 5430577"/>
              <a:gd name="connsiteY214" fmla="*/ 87970 h 1467586"/>
              <a:gd name="connsiteX215" fmla="*/ 5430564 w 5430577"/>
              <a:gd name="connsiteY215" fmla="*/ 372798 h 1467586"/>
              <a:gd name="connsiteX216" fmla="*/ 5430564 w 5430577"/>
              <a:gd name="connsiteY216" fmla="*/ 386020 h 1467586"/>
              <a:gd name="connsiteX217" fmla="*/ 5193177 w 5430577"/>
              <a:gd name="connsiteY217" fmla="*/ 93222 h 1467586"/>
              <a:gd name="connsiteX218" fmla="*/ 5120755 w 5430577"/>
              <a:gd name="connsiteY218" fmla="*/ 39 h 1467586"/>
              <a:gd name="connsiteX219" fmla="*/ 5131678 w 5430577"/>
              <a:gd name="connsiteY219" fmla="*/ 39 h 1467586"/>
              <a:gd name="connsiteX220" fmla="*/ 5186945 w 5430577"/>
              <a:gd name="connsiteY220" fmla="*/ 26 h 1467586"/>
              <a:gd name="connsiteX221" fmla="*/ 5430564 w 5430577"/>
              <a:gd name="connsiteY221" fmla="*/ 283795 h 1467586"/>
              <a:gd name="connsiteX222" fmla="*/ 5430564 w 5430577"/>
              <a:gd name="connsiteY222" fmla="*/ 296639 h 1467586"/>
              <a:gd name="connsiteX223" fmla="*/ 5175865 w 5430577"/>
              <a:gd name="connsiteY223" fmla="*/ 39 h 1467586"/>
              <a:gd name="connsiteX224" fmla="*/ 5186945 w 5430577"/>
              <a:gd name="connsiteY224" fmla="*/ 39 h 1467586"/>
              <a:gd name="connsiteX225" fmla="*/ 5253684 w 5430577"/>
              <a:gd name="connsiteY225" fmla="*/ 26 h 1467586"/>
              <a:gd name="connsiteX226" fmla="*/ 5430577 w 5430577"/>
              <a:gd name="connsiteY226" fmla="*/ 191096 h 1467586"/>
              <a:gd name="connsiteX227" fmla="*/ 5430577 w 5430577"/>
              <a:gd name="connsiteY227" fmla="*/ 203417 h 1467586"/>
              <a:gd name="connsiteX228" fmla="*/ 5242134 w 5430577"/>
              <a:gd name="connsiteY228" fmla="*/ 13 h 1467586"/>
              <a:gd name="connsiteX229" fmla="*/ 5253684 w 5430577"/>
              <a:gd name="connsiteY229" fmla="*/ 13 h 1467586"/>
              <a:gd name="connsiteX230" fmla="*/ 5335761 w 5430577"/>
              <a:gd name="connsiteY230" fmla="*/ 26 h 1467586"/>
              <a:gd name="connsiteX231" fmla="*/ 5430564 w 5430577"/>
              <a:gd name="connsiteY231" fmla="*/ 94555 h 1467586"/>
              <a:gd name="connsiteX232" fmla="*/ 5430564 w 5430577"/>
              <a:gd name="connsiteY232" fmla="*/ 106640 h 1467586"/>
              <a:gd name="connsiteX233" fmla="*/ 5323636 w 5430577"/>
              <a:gd name="connsiteY233" fmla="*/ 26 h 1467586"/>
              <a:gd name="connsiteX234" fmla="*/ 5335761 w 5430577"/>
              <a:gd name="connsiteY234" fmla="*/ 26 h 1467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</a:cxnLst>
            <a:rect l="l" t="t" r="r" b="b"/>
            <a:pathLst>
              <a:path w="5430577" h="1467586">
                <a:moveTo>
                  <a:pt x="5353451" y="778363"/>
                </a:moveTo>
                <a:cubicBezTo>
                  <a:pt x="5343783" y="760516"/>
                  <a:pt x="5334193" y="742943"/>
                  <a:pt x="5324681" y="725644"/>
                </a:cubicBezTo>
                <a:cubicBezTo>
                  <a:pt x="5333278" y="741532"/>
                  <a:pt x="5341941" y="757602"/>
                  <a:pt x="5350695" y="774012"/>
                </a:cubicBezTo>
                <a:lnTo>
                  <a:pt x="5353465" y="778363"/>
                </a:lnTo>
                <a:close/>
                <a:moveTo>
                  <a:pt x="3234726" y="26"/>
                </a:moveTo>
                <a:lnTo>
                  <a:pt x="3218865" y="26"/>
                </a:lnTo>
                <a:cubicBezTo>
                  <a:pt x="2980668" y="154695"/>
                  <a:pt x="2677249" y="268012"/>
                  <a:pt x="2253600" y="239347"/>
                </a:cubicBezTo>
                <a:cubicBezTo>
                  <a:pt x="2033839" y="224478"/>
                  <a:pt x="1886852" y="133634"/>
                  <a:pt x="1774711" y="26"/>
                </a:cubicBezTo>
                <a:lnTo>
                  <a:pt x="1763252" y="26"/>
                </a:lnTo>
                <a:cubicBezTo>
                  <a:pt x="1877131" y="138285"/>
                  <a:pt x="2026914" y="232631"/>
                  <a:pt x="2253012" y="247944"/>
                </a:cubicBezTo>
                <a:cubicBezTo>
                  <a:pt x="2685845" y="277237"/>
                  <a:pt x="2993721" y="159229"/>
                  <a:pt x="3234726" y="26"/>
                </a:cubicBezTo>
                <a:close/>
                <a:moveTo>
                  <a:pt x="3437620" y="26"/>
                </a:moveTo>
                <a:lnTo>
                  <a:pt x="3423562" y="26"/>
                </a:lnTo>
                <a:cubicBezTo>
                  <a:pt x="3161677" y="202424"/>
                  <a:pt x="2821635" y="375202"/>
                  <a:pt x="2310788" y="340617"/>
                </a:cubicBezTo>
                <a:cubicBezTo>
                  <a:pt x="2036530" y="322064"/>
                  <a:pt x="1869775" y="187320"/>
                  <a:pt x="1738729" y="26"/>
                </a:cubicBezTo>
                <a:lnTo>
                  <a:pt x="1728158" y="26"/>
                </a:lnTo>
                <a:cubicBezTo>
                  <a:pt x="1860878" y="191775"/>
                  <a:pt x="2029827" y="330256"/>
                  <a:pt x="2310213" y="349227"/>
                </a:cubicBezTo>
                <a:cubicBezTo>
                  <a:pt x="2829827" y="384374"/>
                  <a:pt x="3173384" y="206356"/>
                  <a:pt x="3437620" y="26"/>
                </a:cubicBezTo>
                <a:close/>
                <a:moveTo>
                  <a:pt x="3625489" y="26"/>
                </a:moveTo>
                <a:lnTo>
                  <a:pt x="3612227" y="26"/>
                </a:lnTo>
                <a:cubicBezTo>
                  <a:pt x="3329608" y="241293"/>
                  <a:pt x="2961344" y="482064"/>
                  <a:pt x="2368001" y="441914"/>
                </a:cubicBezTo>
                <a:cubicBezTo>
                  <a:pt x="2042723" y="419912"/>
                  <a:pt x="1859558" y="237831"/>
                  <a:pt x="1702720" y="26"/>
                </a:cubicBezTo>
                <a:lnTo>
                  <a:pt x="1692398" y="26"/>
                </a:lnTo>
                <a:cubicBezTo>
                  <a:pt x="1851105" y="242090"/>
                  <a:pt x="2036047" y="428091"/>
                  <a:pt x="2367413" y="450498"/>
                </a:cubicBezTo>
                <a:cubicBezTo>
                  <a:pt x="2969497" y="491236"/>
                  <a:pt x="3340687" y="244521"/>
                  <a:pt x="3625476" y="26"/>
                </a:cubicBezTo>
                <a:close/>
                <a:moveTo>
                  <a:pt x="3807583" y="26"/>
                </a:moveTo>
                <a:lnTo>
                  <a:pt x="3794609" y="26"/>
                </a:lnTo>
                <a:cubicBezTo>
                  <a:pt x="3491463" y="268966"/>
                  <a:pt x="3100740" y="588901"/>
                  <a:pt x="2425215" y="543198"/>
                </a:cubicBezTo>
                <a:cubicBezTo>
                  <a:pt x="2050053" y="517824"/>
                  <a:pt x="1850582" y="284684"/>
                  <a:pt x="1656494" y="26"/>
                </a:cubicBezTo>
                <a:lnTo>
                  <a:pt x="1646068" y="26"/>
                </a:lnTo>
                <a:cubicBezTo>
                  <a:pt x="1842429" y="288721"/>
                  <a:pt x="2043376" y="525990"/>
                  <a:pt x="2424614" y="551782"/>
                </a:cubicBezTo>
                <a:cubicBezTo>
                  <a:pt x="3109115" y="598099"/>
                  <a:pt x="3502229" y="271318"/>
                  <a:pt x="3807583" y="26"/>
                </a:cubicBezTo>
                <a:close/>
                <a:moveTo>
                  <a:pt x="3991362" y="26"/>
                </a:moveTo>
                <a:lnTo>
                  <a:pt x="3978179" y="26"/>
                </a:lnTo>
                <a:cubicBezTo>
                  <a:pt x="3954034" y="20826"/>
                  <a:pt x="3929444" y="42384"/>
                  <a:pt x="3904280" y="64413"/>
                </a:cubicBezTo>
                <a:cubicBezTo>
                  <a:pt x="3589990" y="339716"/>
                  <a:pt x="3187612" y="692170"/>
                  <a:pt x="2482416" y="644481"/>
                </a:cubicBezTo>
                <a:cubicBezTo>
                  <a:pt x="2057030" y="615711"/>
                  <a:pt x="1838392" y="327330"/>
                  <a:pt x="1591520" y="26"/>
                </a:cubicBezTo>
                <a:lnTo>
                  <a:pt x="1580714" y="26"/>
                </a:lnTo>
                <a:lnTo>
                  <a:pt x="1582557" y="2469"/>
                </a:lnTo>
                <a:cubicBezTo>
                  <a:pt x="1831533" y="332556"/>
                  <a:pt x="2051333" y="623955"/>
                  <a:pt x="2481815" y="653065"/>
                </a:cubicBezTo>
                <a:cubicBezTo>
                  <a:pt x="3190565" y="701016"/>
                  <a:pt x="3594484" y="347215"/>
                  <a:pt x="3909951" y="70880"/>
                </a:cubicBezTo>
                <a:cubicBezTo>
                  <a:pt x="3937728" y="46552"/>
                  <a:pt x="3964800" y="22812"/>
                  <a:pt x="3991348" y="26"/>
                </a:cubicBezTo>
                <a:close/>
                <a:moveTo>
                  <a:pt x="4187200" y="26"/>
                </a:moveTo>
                <a:lnTo>
                  <a:pt x="4172815" y="26"/>
                </a:lnTo>
                <a:cubicBezTo>
                  <a:pt x="4109055" y="48029"/>
                  <a:pt x="4043153" y="104785"/>
                  <a:pt x="3972900" y="165291"/>
                </a:cubicBezTo>
                <a:cubicBezTo>
                  <a:pt x="3653384" y="440464"/>
                  <a:pt x="3243611" y="793389"/>
                  <a:pt x="2539630" y="745765"/>
                </a:cubicBezTo>
                <a:cubicBezTo>
                  <a:pt x="2113969" y="716955"/>
                  <a:pt x="1874100" y="436831"/>
                  <a:pt x="1600652" y="117498"/>
                </a:cubicBezTo>
                <a:cubicBezTo>
                  <a:pt x="1567518" y="78785"/>
                  <a:pt x="1533875" y="39510"/>
                  <a:pt x="1499356" y="26"/>
                </a:cubicBezTo>
                <a:lnTo>
                  <a:pt x="1487936" y="26"/>
                </a:lnTo>
                <a:cubicBezTo>
                  <a:pt x="1524180" y="41391"/>
                  <a:pt x="1559418" y="82561"/>
                  <a:pt x="1594133" y="123090"/>
                </a:cubicBezTo>
                <a:cubicBezTo>
                  <a:pt x="1868835" y="443913"/>
                  <a:pt x="2109828" y="725317"/>
                  <a:pt x="2539042" y="754349"/>
                </a:cubicBezTo>
                <a:cubicBezTo>
                  <a:pt x="3246564" y="802221"/>
                  <a:pt x="3657839" y="448016"/>
                  <a:pt x="3978518" y="171798"/>
                </a:cubicBezTo>
                <a:cubicBezTo>
                  <a:pt x="4052038" y="108470"/>
                  <a:pt x="4120801" y="49257"/>
                  <a:pt x="4187200" y="26"/>
                </a:cubicBezTo>
                <a:close/>
                <a:moveTo>
                  <a:pt x="4428690" y="26"/>
                </a:moveTo>
                <a:lnTo>
                  <a:pt x="4407576" y="26"/>
                </a:lnTo>
                <a:cubicBezTo>
                  <a:pt x="4291881" y="54026"/>
                  <a:pt x="4174331" y="153585"/>
                  <a:pt x="4041402" y="266222"/>
                </a:cubicBezTo>
                <a:cubicBezTo>
                  <a:pt x="3716673" y="541290"/>
                  <a:pt x="3299610" y="894581"/>
                  <a:pt x="2596843" y="847048"/>
                </a:cubicBezTo>
                <a:cubicBezTo>
                  <a:pt x="2169615" y="818135"/>
                  <a:pt x="1905810" y="545811"/>
                  <a:pt x="1603096" y="233350"/>
                </a:cubicBezTo>
                <a:cubicBezTo>
                  <a:pt x="1529119" y="156982"/>
                  <a:pt x="1452816" y="78223"/>
                  <a:pt x="1371249" y="13"/>
                </a:cubicBezTo>
                <a:lnTo>
                  <a:pt x="1358810" y="13"/>
                </a:lnTo>
                <a:cubicBezTo>
                  <a:pt x="1442743" y="80183"/>
                  <a:pt x="1521071" y="161006"/>
                  <a:pt x="1596942" y="239334"/>
                </a:cubicBezTo>
                <a:cubicBezTo>
                  <a:pt x="1900884" y="553075"/>
                  <a:pt x="2165774" y="826496"/>
                  <a:pt x="2596255" y="855619"/>
                </a:cubicBezTo>
                <a:cubicBezTo>
                  <a:pt x="3302523" y="903387"/>
                  <a:pt x="3721089" y="548842"/>
                  <a:pt x="4046994" y="272768"/>
                </a:cubicBezTo>
                <a:cubicBezTo>
                  <a:pt x="4183751" y="156903"/>
                  <a:pt x="4304163" y="54927"/>
                  <a:pt x="4422248" y="2783"/>
                </a:cubicBezTo>
                <a:lnTo>
                  <a:pt x="4428716" y="0"/>
                </a:lnTo>
                <a:close/>
                <a:moveTo>
                  <a:pt x="5430564" y="753552"/>
                </a:moveTo>
                <a:lnTo>
                  <a:pt x="5430564" y="737181"/>
                </a:lnTo>
                <a:cubicBezTo>
                  <a:pt x="5424933" y="728022"/>
                  <a:pt x="5419367" y="719124"/>
                  <a:pt x="5413710" y="709848"/>
                </a:cubicBezTo>
                <a:cubicBezTo>
                  <a:pt x="5237273" y="420735"/>
                  <a:pt x="5082865" y="187006"/>
                  <a:pt x="4945834" y="26"/>
                </a:cubicBezTo>
                <a:lnTo>
                  <a:pt x="4935369" y="26"/>
                </a:lnTo>
                <a:cubicBezTo>
                  <a:pt x="5072949" y="187477"/>
                  <a:pt x="5228376" y="422668"/>
                  <a:pt x="5406380" y="714316"/>
                </a:cubicBezTo>
                <a:cubicBezTo>
                  <a:pt x="5414480" y="727630"/>
                  <a:pt x="5422503" y="740460"/>
                  <a:pt x="5430564" y="753539"/>
                </a:cubicBezTo>
                <a:close/>
                <a:moveTo>
                  <a:pt x="5430564" y="806911"/>
                </a:moveTo>
                <a:lnTo>
                  <a:pt x="5430564" y="789861"/>
                </a:lnTo>
                <a:cubicBezTo>
                  <a:pt x="5235562" y="456299"/>
                  <a:pt x="5068336" y="197406"/>
                  <a:pt x="4922042" y="39"/>
                </a:cubicBezTo>
                <a:lnTo>
                  <a:pt x="4911564" y="39"/>
                </a:lnTo>
                <a:cubicBezTo>
                  <a:pt x="5060157" y="200059"/>
                  <a:pt x="5230701" y="464347"/>
                  <a:pt x="5430564" y="806924"/>
                </a:cubicBezTo>
                <a:close/>
                <a:moveTo>
                  <a:pt x="5430564" y="852967"/>
                </a:moveTo>
                <a:lnTo>
                  <a:pt x="5430564" y="835355"/>
                </a:lnTo>
                <a:cubicBezTo>
                  <a:pt x="5224574" y="469417"/>
                  <a:pt x="5051025" y="197367"/>
                  <a:pt x="4900445" y="26"/>
                </a:cubicBezTo>
                <a:lnTo>
                  <a:pt x="4889875" y="26"/>
                </a:lnTo>
                <a:cubicBezTo>
                  <a:pt x="5042637" y="199575"/>
                  <a:pt x="5219478" y="477073"/>
                  <a:pt x="5430564" y="852967"/>
                </a:cubicBezTo>
                <a:close/>
                <a:moveTo>
                  <a:pt x="5430564" y="891928"/>
                </a:moveTo>
                <a:lnTo>
                  <a:pt x="5430564" y="873924"/>
                </a:lnTo>
                <a:cubicBezTo>
                  <a:pt x="5213520" y="474173"/>
                  <a:pt x="5033974" y="191827"/>
                  <a:pt x="4879174" y="26"/>
                </a:cubicBezTo>
                <a:lnTo>
                  <a:pt x="4868421" y="26"/>
                </a:lnTo>
                <a:cubicBezTo>
                  <a:pt x="5025312" y="193369"/>
                  <a:pt x="5208085" y="480954"/>
                  <a:pt x="5430564" y="891928"/>
                </a:cubicBezTo>
                <a:close/>
                <a:moveTo>
                  <a:pt x="5430564" y="967643"/>
                </a:moveTo>
                <a:lnTo>
                  <a:pt x="5430564" y="900630"/>
                </a:lnTo>
                <a:cubicBezTo>
                  <a:pt x="5424985" y="891236"/>
                  <a:pt x="5419432" y="882064"/>
                  <a:pt x="5413893" y="873101"/>
                </a:cubicBezTo>
                <a:cubicBezTo>
                  <a:pt x="5191805" y="453163"/>
                  <a:pt x="5010953" y="174411"/>
                  <a:pt x="4854781" y="26"/>
                </a:cubicBezTo>
                <a:lnTo>
                  <a:pt x="4843649" y="26"/>
                </a:lnTo>
                <a:cubicBezTo>
                  <a:pt x="4926876" y="92086"/>
                  <a:pt x="5017264" y="214222"/>
                  <a:pt x="5117410" y="372314"/>
                </a:cubicBezTo>
                <a:cubicBezTo>
                  <a:pt x="5008092" y="203142"/>
                  <a:pt x="4910336" y="82208"/>
                  <a:pt x="4820118" y="26"/>
                </a:cubicBezTo>
                <a:lnTo>
                  <a:pt x="4807732" y="26"/>
                </a:lnTo>
                <a:cubicBezTo>
                  <a:pt x="4891809" y="74957"/>
                  <a:pt x="4982575" y="184158"/>
                  <a:pt x="5083388" y="335587"/>
                </a:cubicBezTo>
                <a:cubicBezTo>
                  <a:pt x="4959462" y="158785"/>
                  <a:pt x="4850091" y="53072"/>
                  <a:pt x="4747814" y="26"/>
                </a:cubicBezTo>
                <a:lnTo>
                  <a:pt x="4728255" y="26"/>
                </a:lnTo>
                <a:cubicBezTo>
                  <a:pt x="4839246" y="51805"/>
                  <a:pt x="4958508" y="166402"/>
                  <a:pt x="5096166" y="368734"/>
                </a:cubicBezTo>
                <a:cubicBezTo>
                  <a:pt x="4869741" y="60833"/>
                  <a:pt x="4688850" y="14372"/>
                  <a:pt x="4501125" y="92386"/>
                </a:cubicBezTo>
                <a:cubicBezTo>
                  <a:pt x="4378178" y="143472"/>
                  <a:pt x="4252789" y="247983"/>
                  <a:pt x="4109735" y="367205"/>
                </a:cubicBezTo>
                <a:cubicBezTo>
                  <a:pt x="3779831" y="642169"/>
                  <a:pt x="3355530" y="995786"/>
                  <a:pt x="2654018" y="948332"/>
                </a:cubicBezTo>
                <a:cubicBezTo>
                  <a:pt x="2221446" y="919065"/>
                  <a:pt x="1929367" y="651628"/>
                  <a:pt x="1592029" y="342747"/>
                </a:cubicBezTo>
                <a:cubicBezTo>
                  <a:pt x="1469841" y="230854"/>
                  <a:pt x="1341682" y="113513"/>
                  <a:pt x="1198745" y="26"/>
                </a:cubicBezTo>
                <a:lnTo>
                  <a:pt x="1184870" y="26"/>
                </a:lnTo>
                <a:cubicBezTo>
                  <a:pt x="1331033" y="115434"/>
                  <a:pt x="1461714" y="235074"/>
                  <a:pt x="1586228" y="349097"/>
                </a:cubicBezTo>
                <a:cubicBezTo>
                  <a:pt x="1924768" y="659088"/>
                  <a:pt x="2217866" y="927467"/>
                  <a:pt x="2653443" y="956942"/>
                </a:cubicBezTo>
                <a:cubicBezTo>
                  <a:pt x="3358417" y="1004618"/>
                  <a:pt x="3784209" y="649760"/>
                  <a:pt x="4115275" y="373843"/>
                </a:cubicBezTo>
                <a:cubicBezTo>
                  <a:pt x="4257793" y="255064"/>
                  <a:pt x="4382725" y="150946"/>
                  <a:pt x="4504417" y="100369"/>
                </a:cubicBezTo>
                <a:cubicBezTo>
                  <a:pt x="4698518" y="19690"/>
                  <a:pt x="4885733" y="75466"/>
                  <a:pt x="5126517" y="425752"/>
                </a:cubicBezTo>
                <a:cubicBezTo>
                  <a:pt x="4926563" y="163384"/>
                  <a:pt x="4758776" y="121705"/>
                  <a:pt x="4583333" y="190181"/>
                </a:cubicBezTo>
                <a:cubicBezTo>
                  <a:pt x="4456859" y="239530"/>
                  <a:pt x="4326896" y="346131"/>
                  <a:pt x="4177976" y="468267"/>
                </a:cubicBezTo>
                <a:cubicBezTo>
                  <a:pt x="3842886" y="743113"/>
                  <a:pt x="3411424" y="1096991"/>
                  <a:pt x="2711245" y="1049629"/>
                </a:cubicBezTo>
                <a:cubicBezTo>
                  <a:pt x="2267319" y="1019591"/>
                  <a:pt x="1939741" y="752311"/>
                  <a:pt x="1558882" y="441600"/>
                </a:cubicBezTo>
                <a:cubicBezTo>
                  <a:pt x="1382067" y="297331"/>
                  <a:pt x="1193819" y="143746"/>
                  <a:pt x="977011" y="26"/>
                </a:cubicBezTo>
                <a:lnTo>
                  <a:pt x="961398" y="26"/>
                </a:lnTo>
                <a:cubicBezTo>
                  <a:pt x="1182387" y="145523"/>
                  <a:pt x="1373849" y="301721"/>
                  <a:pt x="1553473" y="448264"/>
                </a:cubicBezTo>
                <a:cubicBezTo>
                  <a:pt x="1935455" y="759915"/>
                  <a:pt x="2264013" y="1027979"/>
                  <a:pt x="2710644" y="1058213"/>
                </a:cubicBezTo>
                <a:cubicBezTo>
                  <a:pt x="3414272" y="1105811"/>
                  <a:pt x="3847223" y="750704"/>
                  <a:pt x="4183490" y="474904"/>
                </a:cubicBezTo>
                <a:cubicBezTo>
                  <a:pt x="4331835" y="353238"/>
                  <a:pt x="4461314" y="247042"/>
                  <a:pt x="4586481" y="198177"/>
                </a:cubicBezTo>
                <a:cubicBezTo>
                  <a:pt x="4771384" y="126030"/>
                  <a:pt x="4948082" y="179337"/>
                  <a:pt x="5165308" y="493235"/>
                </a:cubicBezTo>
                <a:cubicBezTo>
                  <a:pt x="4986507" y="266118"/>
                  <a:pt x="4830114" y="228045"/>
                  <a:pt x="4665384" y="288238"/>
                </a:cubicBezTo>
                <a:cubicBezTo>
                  <a:pt x="4535539" y="335705"/>
                  <a:pt x="4400965" y="444344"/>
                  <a:pt x="4246152" y="569342"/>
                </a:cubicBezTo>
                <a:cubicBezTo>
                  <a:pt x="3905887" y="844083"/>
                  <a:pt x="3467331" y="1198183"/>
                  <a:pt x="2768458" y="1150899"/>
                </a:cubicBezTo>
                <a:cubicBezTo>
                  <a:pt x="2302713" y="1119399"/>
                  <a:pt x="1926257" y="843665"/>
                  <a:pt x="1486081" y="521274"/>
                </a:cubicBezTo>
                <a:cubicBezTo>
                  <a:pt x="1305921" y="389312"/>
                  <a:pt x="1115126" y="249551"/>
                  <a:pt x="903125" y="115473"/>
                </a:cubicBezTo>
                <a:cubicBezTo>
                  <a:pt x="842188" y="76956"/>
                  <a:pt x="780937" y="38530"/>
                  <a:pt x="719333" y="26"/>
                </a:cubicBezTo>
                <a:lnTo>
                  <a:pt x="703080" y="26"/>
                </a:lnTo>
                <a:cubicBezTo>
                  <a:pt x="769165" y="41313"/>
                  <a:pt x="834453" y="82260"/>
                  <a:pt x="898526" y="122763"/>
                </a:cubicBezTo>
                <a:cubicBezTo>
                  <a:pt x="1110318" y="256698"/>
                  <a:pt x="1300983" y="396355"/>
                  <a:pt x="1480973" y="528185"/>
                </a:cubicBezTo>
                <a:cubicBezTo>
                  <a:pt x="1922272" y="851399"/>
                  <a:pt x="2299656" y="1127813"/>
                  <a:pt x="2767857" y="1159483"/>
                </a:cubicBezTo>
                <a:cubicBezTo>
                  <a:pt x="3470062" y="1206977"/>
                  <a:pt x="3910120" y="851687"/>
                  <a:pt x="4251535" y="576031"/>
                </a:cubicBezTo>
                <a:cubicBezTo>
                  <a:pt x="4405734" y="451530"/>
                  <a:pt x="4539746" y="343309"/>
                  <a:pt x="4668337" y="296325"/>
                </a:cubicBezTo>
                <a:cubicBezTo>
                  <a:pt x="4845413" y="231612"/>
                  <a:pt x="5013109" y="283338"/>
                  <a:pt x="5211351" y="569511"/>
                </a:cubicBezTo>
                <a:cubicBezTo>
                  <a:pt x="5049470" y="369218"/>
                  <a:pt x="4902771" y="333523"/>
                  <a:pt x="4747252" y="386595"/>
                </a:cubicBezTo>
                <a:cubicBezTo>
                  <a:pt x="4614050" y="432049"/>
                  <a:pt x="4474902" y="542662"/>
                  <a:pt x="4314158" y="670468"/>
                </a:cubicBezTo>
                <a:cubicBezTo>
                  <a:pt x="3968732" y="945092"/>
                  <a:pt x="3523134" y="1299336"/>
                  <a:pt x="2825685" y="1252170"/>
                </a:cubicBezTo>
                <a:cubicBezTo>
                  <a:pt x="2316824" y="1217743"/>
                  <a:pt x="1862968" y="914636"/>
                  <a:pt x="1330863" y="559255"/>
                </a:cubicBezTo>
                <a:cubicBezTo>
                  <a:pt x="1194943" y="468489"/>
                  <a:pt x="1053901" y="374287"/>
                  <a:pt x="905007" y="279941"/>
                </a:cubicBezTo>
                <a:cubicBezTo>
                  <a:pt x="760921" y="188744"/>
                  <a:pt x="613856" y="95430"/>
                  <a:pt x="465236" y="26"/>
                </a:cubicBezTo>
                <a:lnTo>
                  <a:pt x="449296" y="26"/>
                </a:lnTo>
                <a:cubicBezTo>
                  <a:pt x="601783" y="97965"/>
                  <a:pt x="752663" y="193696"/>
                  <a:pt x="900382" y="287232"/>
                </a:cubicBezTo>
                <a:cubicBezTo>
                  <a:pt x="1048518" y="381081"/>
                  <a:pt x="1189848" y="475466"/>
                  <a:pt x="1326068" y="566454"/>
                </a:cubicBezTo>
                <a:cubicBezTo>
                  <a:pt x="1859192" y="922502"/>
                  <a:pt x="2313910" y="1226196"/>
                  <a:pt x="2825045" y="1260767"/>
                </a:cubicBezTo>
                <a:cubicBezTo>
                  <a:pt x="3525839" y="1308195"/>
                  <a:pt x="3972913" y="952748"/>
                  <a:pt x="4319462" y="677210"/>
                </a:cubicBezTo>
                <a:cubicBezTo>
                  <a:pt x="4479593" y="549913"/>
                  <a:pt x="4618191" y="439706"/>
                  <a:pt x="4749996" y="394748"/>
                </a:cubicBezTo>
                <a:cubicBezTo>
                  <a:pt x="4919677" y="336854"/>
                  <a:pt x="5079011" y="387431"/>
                  <a:pt x="5260660" y="649342"/>
                </a:cubicBezTo>
                <a:cubicBezTo>
                  <a:pt x="5113399" y="472134"/>
                  <a:pt x="4975742" y="438621"/>
                  <a:pt x="4828885" y="485252"/>
                </a:cubicBezTo>
                <a:cubicBezTo>
                  <a:pt x="4692495" y="528525"/>
                  <a:pt x="4548735" y="641097"/>
                  <a:pt x="4382007" y="771674"/>
                </a:cubicBezTo>
                <a:cubicBezTo>
                  <a:pt x="4031434" y="1046180"/>
                  <a:pt x="3578897" y="1400555"/>
                  <a:pt x="2882860" y="1353467"/>
                </a:cubicBezTo>
                <a:cubicBezTo>
                  <a:pt x="2274100" y="1312271"/>
                  <a:pt x="1661773" y="923625"/>
                  <a:pt x="952239" y="473258"/>
                </a:cubicBezTo>
                <a:lnTo>
                  <a:pt x="906823" y="444436"/>
                </a:lnTo>
                <a:cubicBezTo>
                  <a:pt x="684723" y="303550"/>
                  <a:pt x="457579" y="154591"/>
                  <a:pt x="229038" y="26"/>
                </a:cubicBezTo>
                <a:lnTo>
                  <a:pt x="213673" y="26"/>
                </a:lnTo>
                <a:cubicBezTo>
                  <a:pt x="445781" y="157152"/>
                  <a:pt x="676570" y="308568"/>
                  <a:pt x="902237" y="451713"/>
                </a:cubicBezTo>
                <a:lnTo>
                  <a:pt x="947640" y="480549"/>
                </a:lnTo>
                <a:cubicBezTo>
                  <a:pt x="1658180" y="931543"/>
                  <a:pt x="2271356" y="1320725"/>
                  <a:pt x="2882259" y="1362051"/>
                </a:cubicBezTo>
                <a:cubicBezTo>
                  <a:pt x="3581576" y="1409361"/>
                  <a:pt x="4035588" y="1053836"/>
                  <a:pt x="4387298" y="778442"/>
                </a:cubicBezTo>
                <a:cubicBezTo>
                  <a:pt x="4553374" y="648401"/>
                  <a:pt x="4696545" y="536286"/>
                  <a:pt x="4831498" y="493431"/>
                </a:cubicBezTo>
                <a:cubicBezTo>
                  <a:pt x="4990950" y="442829"/>
                  <a:pt x="5139726" y="489381"/>
                  <a:pt x="5302914" y="717948"/>
                </a:cubicBezTo>
                <a:lnTo>
                  <a:pt x="5307108" y="725762"/>
                </a:lnTo>
                <a:cubicBezTo>
                  <a:pt x="5174650" y="574150"/>
                  <a:pt x="5047053" y="543942"/>
                  <a:pt x="4910362" y="584145"/>
                </a:cubicBezTo>
                <a:cubicBezTo>
                  <a:pt x="4770862" y="625184"/>
                  <a:pt x="4622477" y="739650"/>
                  <a:pt x="4449751" y="872892"/>
                </a:cubicBezTo>
                <a:cubicBezTo>
                  <a:pt x="4094069" y="1147293"/>
                  <a:pt x="3634635" y="1501721"/>
                  <a:pt x="2940074" y="1454737"/>
                </a:cubicBezTo>
                <a:cubicBezTo>
                  <a:pt x="2091144" y="1397314"/>
                  <a:pt x="1056723" y="745922"/>
                  <a:pt x="14777" y="26"/>
                </a:cubicBezTo>
                <a:lnTo>
                  <a:pt x="0" y="26"/>
                </a:lnTo>
                <a:cubicBezTo>
                  <a:pt x="1046271" y="749580"/>
                  <a:pt x="2085774" y="1405585"/>
                  <a:pt x="2939473" y="1463334"/>
                </a:cubicBezTo>
                <a:cubicBezTo>
                  <a:pt x="3637300" y="1510540"/>
                  <a:pt x="4098172" y="1154989"/>
                  <a:pt x="4455004" y="879712"/>
                </a:cubicBezTo>
                <a:cubicBezTo>
                  <a:pt x="4627063" y="746980"/>
                  <a:pt x="4774847" y="632957"/>
                  <a:pt x="4912779" y="592389"/>
                </a:cubicBezTo>
                <a:cubicBezTo>
                  <a:pt x="5054944" y="550567"/>
                  <a:pt x="5187324" y="587058"/>
                  <a:pt x="5326432" y="761796"/>
                </a:cubicBezTo>
                <a:cubicBezTo>
                  <a:pt x="5360063" y="825203"/>
                  <a:pt x="5394738" y="893718"/>
                  <a:pt x="5430577" y="967630"/>
                </a:cubicBezTo>
                <a:close/>
                <a:moveTo>
                  <a:pt x="4973142" y="26"/>
                </a:moveTo>
                <a:cubicBezTo>
                  <a:pt x="5092495" y="162835"/>
                  <a:pt x="5224286" y="356544"/>
                  <a:pt x="5370999" y="585451"/>
                </a:cubicBezTo>
                <a:cubicBezTo>
                  <a:pt x="5391002" y="616704"/>
                  <a:pt x="5410835" y="647147"/>
                  <a:pt x="5430577" y="677158"/>
                </a:cubicBezTo>
                <a:lnTo>
                  <a:pt x="5430577" y="692758"/>
                </a:lnTo>
                <a:cubicBezTo>
                  <a:pt x="5408431" y="659219"/>
                  <a:pt x="5386194" y="625210"/>
                  <a:pt x="5363734" y="590103"/>
                </a:cubicBezTo>
                <a:cubicBezTo>
                  <a:pt x="5215506" y="358804"/>
                  <a:pt x="5082643" y="163671"/>
                  <a:pt x="4962532" y="26"/>
                </a:cubicBezTo>
                <a:lnTo>
                  <a:pt x="4973142" y="26"/>
                </a:lnTo>
                <a:close/>
                <a:moveTo>
                  <a:pt x="1827548" y="26"/>
                </a:moveTo>
                <a:cubicBezTo>
                  <a:pt x="1920979" y="77322"/>
                  <a:pt x="2039208" y="127428"/>
                  <a:pt x="2196386" y="138076"/>
                </a:cubicBezTo>
                <a:cubicBezTo>
                  <a:pt x="2520855" y="160026"/>
                  <a:pt x="2773188" y="99036"/>
                  <a:pt x="2979074" y="26"/>
                </a:cubicBezTo>
                <a:lnTo>
                  <a:pt x="2999038" y="26"/>
                </a:lnTo>
                <a:cubicBezTo>
                  <a:pt x="2789180" y="104171"/>
                  <a:pt x="2530745" y="169303"/>
                  <a:pt x="2195798" y="146647"/>
                </a:cubicBezTo>
                <a:cubicBezTo>
                  <a:pt x="2031657" y="135541"/>
                  <a:pt x="1909560" y="82156"/>
                  <a:pt x="1813750" y="26"/>
                </a:cubicBezTo>
                <a:lnTo>
                  <a:pt x="1827561" y="26"/>
                </a:lnTo>
                <a:close/>
                <a:moveTo>
                  <a:pt x="5004655" y="26"/>
                </a:moveTo>
                <a:cubicBezTo>
                  <a:pt x="5104058" y="134470"/>
                  <a:pt x="5211495" y="287388"/>
                  <a:pt x="5328235" y="461081"/>
                </a:cubicBezTo>
                <a:cubicBezTo>
                  <a:pt x="5362728" y="512468"/>
                  <a:pt x="5396829" y="562012"/>
                  <a:pt x="5430577" y="609975"/>
                </a:cubicBezTo>
                <a:lnTo>
                  <a:pt x="5430577" y="624935"/>
                </a:lnTo>
                <a:cubicBezTo>
                  <a:pt x="5394516" y="573836"/>
                  <a:pt x="5358038" y="520882"/>
                  <a:pt x="5321114" y="465876"/>
                </a:cubicBezTo>
                <a:cubicBezTo>
                  <a:pt x="5202911" y="290028"/>
                  <a:pt x="5094337" y="135541"/>
                  <a:pt x="4994033" y="26"/>
                </a:cubicBezTo>
                <a:lnTo>
                  <a:pt x="5004668" y="26"/>
                </a:lnTo>
                <a:close/>
                <a:moveTo>
                  <a:pt x="1952545" y="26"/>
                </a:moveTo>
                <a:cubicBezTo>
                  <a:pt x="2007629" y="19428"/>
                  <a:pt x="2069403" y="32063"/>
                  <a:pt x="2139199" y="36792"/>
                </a:cubicBezTo>
                <a:cubicBezTo>
                  <a:pt x="2327995" y="49570"/>
                  <a:pt x="2491836" y="34375"/>
                  <a:pt x="2635961" y="26"/>
                </a:cubicBezTo>
                <a:lnTo>
                  <a:pt x="2671486" y="26"/>
                </a:lnTo>
                <a:cubicBezTo>
                  <a:pt x="2518620" y="40385"/>
                  <a:pt x="2343216" y="59213"/>
                  <a:pt x="2138585" y="45376"/>
                </a:cubicBezTo>
                <a:cubicBezTo>
                  <a:pt x="2058389" y="39954"/>
                  <a:pt x="1988645" y="24302"/>
                  <a:pt x="1927446" y="26"/>
                </a:cubicBezTo>
                <a:lnTo>
                  <a:pt x="1952545" y="26"/>
                </a:lnTo>
                <a:close/>
                <a:moveTo>
                  <a:pt x="5041291" y="26"/>
                </a:moveTo>
                <a:cubicBezTo>
                  <a:pt x="5118051" y="102329"/>
                  <a:pt x="5199292" y="214287"/>
                  <a:pt x="5285485" y="336698"/>
                </a:cubicBezTo>
                <a:cubicBezTo>
                  <a:pt x="5334598" y="406520"/>
                  <a:pt x="5382914" y="472762"/>
                  <a:pt x="5430564" y="536181"/>
                </a:cubicBezTo>
                <a:lnTo>
                  <a:pt x="5430564" y="550553"/>
                </a:lnTo>
                <a:cubicBezTo>
                  <a:pt x="5380628" y="484325"/>
                  <a:pt x="5329973" y="414908"/>
                  <a:pt x="5278443" y="341662"/>
                </a:cubicBezTo>
                <a:cubicBezTo>
                  <a:pt x="5190812" y="217240"/>
                  <a:pt x="5108356" y="103622"/>
                  <a:pt x="5030551" y="26"/>
                </a:cubicBezTo>
                <a:lnTo>
                  <a:pt x="5041291" y="26"/>
                </a:lnTo>
                <a:close/>
                <a:moveTo>
                  <a:pt x="5083440" y="26"/>
                </a:moveTo>
                <a:cubicBezTo>
                  <a:pt x="5134670" y="67039"/>
                  <a:pt x="5187664" y="137606"/>
                  <a:pt x="5242748" y="212327"/>
                </a:cubicBezTo>
                <a:cubicBezTo>
                  <a:pt x="5306560" y="298991"/>
                  <a:pt x="5369104" y="380232"/>
                  <a:pt x="5430577" y="456913"/>
                </a:cubicBezTo>
                <a:lnTo>
                  <a:pt x="5430577" y="470645"/>
                </a:lnTo>
                <a:cubicBezTo>
                  <a:pt x="5366883" y="391442"/>
                  <a:pt x="5302052" y="307339"/>
                  <a:pt x="5235836" y="217436"/>
                </a:cubicBezTo>
                <a:cubicBezTo>
                  <a:pt x="5179354" y="140820"/>
                  <a:pt x="5125054" y="68515"/>
                  <a:pt x="5072635" y="26"/>
                </a:cubicBezTo>
                <a:lnTo>
                  <a:pt x="5083440" y="26"/>
                </a:lnTo>
                <a:close/>
                <a:moveTo>
                  <a:pt x="5131691" y="26"/>
                </a:moveTo>
                <a:cubicBezTo>
                  <a:pt x="5154164" y="28783"/>
                  <a:pt x="5176845" y="57932"/>
                  <a:pt x="5199997" y="87970"/>
                </a:cubicBezTo>
                <a:cubicBezTo>
                  <a:pt x="5278600" y="189998"/>
                  <a:pt x="5355411" y="284762"/>
                  <a:pt x="5430564" y="372798"/>
                </a:cubicBezTo>
                <a:lnTo>
                  <a:pt x="5430564" y="386020"/>
                </a:lnTo>
                <a:cubicBezTo>
                  <a:pt x="5353229" y="295724"/>
                  <a:pt x="5274157" y="198334"/>
                  <a:pt x="5193177" y="93222"/>
                </a:cubicBezTo>
                <a:cubicBezTo>
                  <a:pt x="5168614" y="61356"/>
                  <a:pt x="5144548" y="30456"/>
                  <a:pt x="5120755" y="39"/>
                </a:cubicBezTo>
                <a:lnTo>
                  <a:pt x="5131678" y="39"/>
                </a:lnTo>
                <a:close/>
                <a:moveTo>
                  <a:pt x="5186945" y="26"/>
                </a:moveTo>
                <a:cubicBezTo>
                  <a:pt x="5270028" y="101937"/>
                  <a:pt x="5351204" y="196440"/>
                  <a:pt x="5430564" y="283795"/>
                </a:cubicBezTo>
                <a:lnTo>
                  <a:pt x="5430564" y="296639"/>
                </a:lnTo>
                <a:cubicBezTo>
                  <a:pt x="5347677" y="205664"/>
                  <a:pt x="5262803" y="106902"/>
                  <a:pt x="5175865" y="39"/>
                </a:cubicBezTo>
                <a:lnTo>
                  <a:pt x="5186945" y="39"/>
                </a:lnTo>
                <a:close/>
                <a:moveTo>
                  <a:pt x="5253684" y="26"/>
                </a:moveTo>
                <a:cubicBezTo>
                  <a:pt x="5313602" y="67300"/>
                  <a:pt x="5372566" y="131034"/>
                  <a:pt x="5430577" y="191096"/>
                </a:cubicBezTo>
                <a:lnTo>
                  <a:pt x="5430577" y="203417"/>
                </a:lnTo>
                <a:cubicBezTo>
                  <a:pt x="5368829" y="139657"/>
                  <a:pt x="5306037" y="71925"/>
                  <a:pt x="5242134" y="13"/>
                </a:cubicBezTo>
                <a:lnTo>
                  <a:pt x="5253684" y="13"/>
                </a:lnTo>
                <a:close/>
                <a:moveTo>
                  <a:pt x="5335761" y="26"/>
                </a:moveTo>
                <a:cubicBezTo>
                  <a:pt x="5367628" y="32533"/>
                  <a:pt x="5399220" y="63995"/>
                  <a:pt x="5430564" y="94555"/>
                </a:cubicBezTo>
                <a:lnTo>
                  <a:pt x="5430564" y="106640"/>
                </a:lnTo>
                <a:cubicBezTo>
                  <a:pt x="5395248" y="72291"/>
                  <a:pt x="5359631" y="36845"/>
                  <a:pt x="5323636" y="26"/>
                </a:cubicBezTo>
                <a:lnTo>
                  <a:pt x="5335761" y="26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306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2423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B72E4-7CDE-2787-E3CD-F79FBD26B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7AB22-ED77-D84F-738D-85245F2B8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39449-AD1B-0717-FAAD-9BC1B448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8502" y="6426201"/>
            <a:ext cx="800098" cy="225424"/>
          </a:xfrm>
          <a:prstGeom prst="rect">
            <a:avLst/>
          </a:prstGeom>
        </p:spPr>
        <p:txBody>
          <a:bodyPr/>
          <a:lstStyle/>
          <a:p>
            <a:fld id="{7C02FC2C-C4B7-4CF8-AC43-FE9415F8057C}" type="datetime1">
              <a:rPr lang="en-ID" smtClean="0"/>
              <a:t>09/11/25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9354-7C85-0BC6-0DBB-D5AA0AE45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 Disintermediation: Information Effects and Pricing Remedies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56BE-DAE9-AB56-7FA4-E5AC9058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929A3-81D0-49EC-A458-87684FE3F9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15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72BB44-958A-A8A5-2B37-9121B2C08623}"/>
              </a:ext>
            </a:extLst>
          </p:cNvPr>
          <p:cNvSpPr/>
          <p:nvPr userDrawn="1"/>
        </p:nvSpPr>
        <p:spPr>
          <a:xfrm flipV="1"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E5B1D-8A5E-B9FB-1936-99F51310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592581"/>
            <a:ext cx="104013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DDA67-503F-57BB-A55B-85948EF6C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4569144"/>
            <a:ext cx="10401300" cy="1048863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D2E5A-926C-26DA-B55E-AEB36ED272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8502" y="6426201"/>
            <a:ext cx="800098" cy="2254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9AAC933C-2DD9-4CCF-BE72-5E707B80B528}" type="datetime1">
              <a:rPr lang="en-ID" smtClean="0"/>
              <a:t>09/11/25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22669-A11F-4F4A-D71D-1EBA7360B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Platform Disintermediation: Information Effects and Pricing Remedies</a:t>
            </a:r>
            <a:endParaRPr lang="en-ID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EC138E-EFA5-5497-E041-E04E60B3F037}"/>
              </a:ext>
            </a:extLst>
          </p:cNvPr>
          <p:cNvCxnSpPr>
            <a:cxnSpLocks/>
          </p:cNvCxnSpPr>
          <p:nvPr userDrawn="1"/>
        </p:nvCxnSpPr>
        <p:spPr>
          <a:xfrm>
            <a:off x="305752" y="661670"/>
            <a:ext cx="11352848" cy="0"/>
          </a:xfrm>
          <a:prstGeom prst="line">
            <a:avLst/>
          </a:prstGeom>
          <a:ln w="1270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FA2D76-BBB3-2585-E9F5-C44D3610920A}"/>
              </a:ext>
            </a:extLst>
          </p:cNvPr>
          <p:cNvCxnSpPr>
            <a:cxnSpLocks/>
          </p:cNvCxnSpPr>
          <p:nvPr userDrawn="1"/>
        </p:nvCxnSpPr>
        <p:spPr>
          <a:xfrm>
            <a:off x="305752" y="6198870"/>
            <a:ext cx="11352848" cy="0"/>
          </a:xfrm>
          <a:prstGeom prst="line">
            <a:avLst/>
          </a:prstGeom>
          <a:ln w="1270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raphic 19">
            <a:extLst>
              <a:ext uri="{FF2B5EF4-FFF2-40B4-BE49-F238E27FC236}">
                <a16:creationId xmlns:a16="http://schemas.microsoft.com/office/drawing/2014/main" id="{9DB6F529-DE7E-A1AD-19E1-8256CAC175A4}"/>
              </a:ext>
            </a:extLst>
          </p:cNvPr>
          <p:cNvSpPr/>
          <p:nvPr userDrawn="1"/>
        </p:nvSpPr>
        <p:spPr>
          <a:xfrm flipH="1" flipV="1">
            <a:off x="-13" y="0"/>
            <a:ext cx="12192013" cy="3307946"/>
          </a:xfrm>
          <a:custGeom>
            <a:avLst/>
            <a:gdLst>
              <a:gd name="connsiteX0" fmla="*/ 3853499 w 12192013"/>
              <a:gd name="connsiteY0" fmla="*/ 2935468 h 3307946"/>
              <a:gd name="connsiteX1" fmla="*/ 3849936 w 12192013"/>
              <a:gd name="connsiteY1" fmla="*/ 2927855 h 3307946"/>
              <a:gd name="connsiteX2" fmla="*/ 3848622 w 12192013"/>
              <a:gd name="connsiteY2" fmla="*/ 2926852 h 3307946"/>
              <a:gd name="connsiteX3" fmla="*/ 3853499 w 12192013"/>
              <a:gd name="connsiteY3" fmla="*/ 2935481 h 3307946"/>
              <a:gd name="connsiteX4" fmla="*/ 3777204 w 12192013"/>
              <a:gd name="connsiteY4" fmla="*/ 2769196 h 3307946"/>
              <a:gd name="connsiteX5" fmla="*/ 3836077 w 12192013"/>
              <a:gd name="connsiteY5" fmla="*/ 2904622 h 3307946"/>
              <a:gd name="connsiteX6" fmla="*/ 3841225 w 12192013"/>
              <a:gd name="connsiteY6" fmla="*/ 2908889 h 3307946"/>
              <a:gd name="connsiteX7" fmla="*/ 3803755 w 12192013"/>
              <a:gd name="connsiteY7" fmla="*/ 2822299 h 3307946"/>
              <a:gd name="connsiteX8" fmla="*/ 3777204 w 12192013"/>
              <a:gd name="connsiteY8" fmla="*/ 2769196 h 3307946"/>
              <a:gd name="connsiteX9" fmla="*/ 3726079 w 12192013"/>
              <a:gd name="connsiteY9" fmla="*/ 2629313 h 3307946"/>
              <a:gd name="connsiteX10" fmla="*/ 3749176 w 12192013"/>
              <a:gd name="connsiteY10" fmla="*/ 2694771 h 3307946"/>
              <a:gd name="connsiteX11" fmla="*/ 3764957 w 12192013"/>
              <a:gd name="connsiteY11" fmla="*/ 2725373 h 3307946"/>
              <a:gd name="connsiteX12" fmla="*/ 3741495 w 12192013"/>
              <a:gd name="connsiteY12" fmla="*/ 2664291 h 3307946"/>
              <a:gd name="connsiteX13" fmla="*/ 3726079 w 12192013"/>
              <a:gd name="connsiteY13" fmla="*/ 2629313 h 3307946"/>
              <a:gd name="connsiteX14" fmla="*/ 3793744 w 12192013"/>
              <a:gd name="connsiteY14" fmla="*/ 2849216 h 3307946"/>
              <a:gd name="connsiteX15" fmla="*/ 3810136 w 12192013"/>
              <a:gd name="connsiteY15" fmla="*/ 2880997 h 3307946"/>
              <a:gd name="connsiteX16" fmla="*/ 3814741 w 12192013"/>
              <a:gd name="connsiteY16" fmla="*/ 2885454 h 3307946"/>
              <a:gd name="connsiteX17" fmla="*/ 3793744 w 12192013"/>
              <a:gd name="connsiteY17" fmla="*/ 2849216 h 3307946"/>
              <a:gd name="connsiteX18" fmla="*/ 3707140 w 12192013"/>
              <a:gd name="connsiteY18" fmla="*/ 2634664 h 3307946"/>
              <a:gd name="connsiteX19" fmla="*/ 3759810 w 12192013"/>
              <a:gd name="connsiteY19" fmla="*/ 2774981 h 3307946"/>
              <a:gd name="connsiteX20" fmla="*/ 3791075 w 12192013"/>
              <a:gd name="connsiteY20" fmla="*/ 2827081 h 3307946"/>
              <a:gd name="connsiteX21" fmla="*/ 3740899 w 12192013"/>
              <a:gd name="connsiteY21" fmla="*/ 2698185 h 3307946"/>
              <a:gd name="connsiteX22" fmla="*/ 3707140 w 12192013"/>
              <a:gd name="connsiteY22" fmla="*/ 2634664 h 3307946"/>
              <a:gd name="connsiteX23" fmla="*/ 3661407 w 12192013"/>
              <a:gd name="connsiteY23" fmla="*/ 2488861 h 3307946"/>
              <a:gd name="connsiteX24" fmla="*/ 3692185 w 12192013"/>
              <a:gd name="connsiteY24" fmla="*/ 2589161 h 3307946"/>
              <a:gd name="connsiteX25" fmla="*/ 3720565 w 12192013"/>
              <a:gd name="connsiteY25" fmla="*/ 2640679 h 3307946"/>
              <a:gd name="connsiteX26" fmla="*/ 3688974 w 12192013"/>
              <a:gd name="connsiteY26" fmla="*/ 2547193 h 3307946"/>
              <a:gd name="connsiteX27" fmla="*/ 3661407 w 12192013"/>
              <a:gd name="connsiteY27" fmla="*/ 2488848 h 3307946"/>
              <a:gd name="connsiteX28" fmla="*/ 3627933 w 12192013"/>
              <a:gd name="connsiteY28" fmla="*/ 2372468 h 3307946"/>
              <a:gd name="connsiteX29" fmla="*/ 3647047 w 12192013"/>
              <a:gd name="connsiteY29" fmla="*/ 2439565 h 3307946"/>
              <a:gd name="connsiteX30" fmla="*/ 3666405 w 12192013"/>
              <a:gd name="connsiteY30" fmla="*/ 2478729 h 3307946"/>
              <a:gd name="connsiteX31" fmla="*/ 3665322 w 12192013"/>
              <a:gd name="connsiteY31" fmla="*/ 2475410 h 3307946"/>
              <a:gd name="connsiteX32" fmla="*/ 3645625 w 12192013"/>
              <a:gd name="connsiteY32" fmla="*/ 2415560 h 3307946"/>
              <a:gd name="connsiteX33" fmla="*/ 3627947 w 12192013"/>
              <a:gd name="connsiteY33" fmla="*/ 2372468 h 3307946"/>
              <a:gd name="connsiteX34" fmla="*/ 3512095 w 12192013"/>
              <a:gd name="connsiteY34" fmla="*/ 2034913 h 3307946"/>
              <a:gd name="connsiteX35" fmla="*/ 3494810 w 12192013"/>
              <a:gd name="connsiteY35" fmla="*/ 1968886 h 3307946"/>
              <a:gd name="connsiteX36" fmla="*/ 3476657 w 12192013"/>
              <a:gd name="connsiteY36" fmla="*/ 1920633 h 3307946"/>
              <a:gd name="connsiteX37" fmla="*/ 3491193 w 12192013"/>
              <a:gd name="connsiteY37" fmla="*/ 1990723 h 3307946"/>
              <a:gd name="connsiteX38" fmla="*/ 3512095 w 12192013"/>
              <a:gd name="connsiteY38" fmla="*/ 2034913 h 3307946"/>
              <a:gd name="connsiteX39" fmla="*/ 3546450 w 12192013"/>
              <a:gd name="connsiteY39" fmla="*/ 2174470 h 3307946"/>
              <a:gd name="connsiteX40" fmla="*/ 3524938 w 12192013"/>
              <a:gd name="connsiteY40" fmla="*/ 2086065 h 3307946"/>
              <a:gd name="connsiteX41" fmla="*/ 3498535 w 12192013"/>
              <a:gd name="connsiteY41" fmla="*/ 2026893 h 3307946"/>
              <a:gd name="connsiteX42" fmla="*/ 3508153 w 12192013"/>
              <a:gd name="connsiteY42" fmla="*/ 2074672 h 3307946"/>
              <a:gd name="connsiteX43" fmla="*/ 3517379 w 12192013"/>
              <a:gd name="connsiteY43" fmla="*/ 2120555 h 3307946"/>
              <a:gd name="connsiteX44" fmla="*/ 3546463 w 12192013"/>
              <a:gd name="connsiteY44" fmla="*/ 2174470 h 3307946"/>
              <a:gd name="connsiteX45" fmla="*/ 3580831 w 12192013"/>
              <a:gd name="connsiteY45" fmla="*/ 2316846 h 3307946"/>
              <a:gd name="connsiteX46" fmla="*/ 3555512 w 12192013"/>
              <a:gd name="connsiteY46" fmla="*/ 2212225 h 3307946"/>
              <a:gd name="connsiteX47" fmla="*/ 3523326 w 12192013"/>
              <a:gd name="connsiteY47" fmla="*/ 2149964 h 3307946"/>
              <a:gd name="connsiteX48" fmla="*/ 3546395 w 12192013"/>
              <a:gd name="connsiteY48" fmla="*/ 2260126 h 3307946"/>
              <a:gd name="connsiteX49" fmla="*/ 3580818 w 12192013"/>
              <a:gd name="connsiteY49" fmla="*/ 2316859 h 3307946"/>
              <a:gd name="connsiteX50" fmla="*/ 3620347 w 12192013"/>
              <a:gd name="connsiteY50" fmla="*/ 2469449 h 3307946"/>
              <a:gd name="connsiteX51" fmla="*/ 3588702 w 12192013"/>
              <a:gd name="connsiteY51" fmla="*/ 2348694 h 3307946"/>
              <a:gd name="connsiteX52" fmla="*/ 3552166 w 12192013"/>
              <a:gd name="connsiteY52" fmla="*/ 2286325 h 3307946"/>
              <a:gd name="connsiteX53" fmla="*/ 3582565 w 12192013"/>
              <a:gd name="connsiteY53" fmla="*/ 2413000 h 3307946"/>
              <a:gd name="connsiteX54" fmla="*/ 3620347 w 12192013"/>
              <a:gd name="connsiteY54" fmla="*/ 2469449 h 3307946"/>
              <a:gd name="connsiteX55" fmla="*/ 3675048 w 12192013"/>
              <a:gd name="connsiteY55" fmla="*/ 2643984 h 3307946"/>
              <a:gd name="connsiteX56" fmla="*/ 3628827 w 12192013"/>
              <a:gd name="connsiteY56" fmla="*/ 2499536 h 3307946"/>
              <a:gd name="connsiteX57" fmla="*/ 3589460 w 12192013"/>
              <a:gd name="connsiteY57" fmla="*/ 2438847 h 3307946"/>
              <a:gd name="connsiteX58" fmla="*/ 3637605 w 12192013"/>
              <a:gd name="connsiteY58" fmla="*/ 2591572 h 3307946"/>
              <a:gd name="connsiteX59" fmla="*/ 3675048 w 12192013"/>
              <a:gd name="connsiteY59" fmla="*/ 2643971 h 3307946"/>
              <a:gd name="connsiteX60" fmla="*/ 3742362 w 12192013"/>
              <a:gd name="connsiteY60" fmla="*/ 2800394 h 3307946"/>
              <a:gd name="connsiteX61" fmla="*/ 3688270 w 12192013"/>
              <a:gd name="connsiteY61" fmla="*/ 2679314 h 3307946"/>
              <a:gd name="connsiteX62" fmla="*/ 3649960 w 12192013"/>
              <a:gd name="connsiteY62" fmla="*/ 2623813 h 3307946"/>
              <a:gd name="connsiteX63" fmla="*/ 3742362 w 12192013"/>
              <a:gd name="connsiteY63" fmla="*/ 2800394 h 3307946"/>
              <a:gd name="connsiteX64" fmla="*/ 3838543 w 12192013"/>
              <a:gd name="connsiteY64" fmla="*/ 2930429 h 3307946"/>
              <a:gd name="connsiteX65" fmla="*/ 3839166 w 12192013"/>
              <a:gd name="connsiteY65" fmla="*/ 2931160 h 3307946"/>
              <a:gd name="connsiteX66" fmla="*/ 3829291 w 12192013"/>
              <a:gd name="connsiteY66" fmla="*/ 2911368 h 3307946"/>
              <a:gd name="connsiteX67" fmla="*/ 3825037 w 12192013"/>
              <a:gd name="connsiteY67" fmla="*/ 2907724 h 3307946"/>
              <a:gd name="connsiteX68" fmla="*/ 3838543 w 12192013"/>
              <a:gd name="connsiteY68" fmla="*/ 2930429 h 3307946"/>
              <a:gd name="connsiteX69" fmla="*/ 3713995 w 12192013"/>
              <a:gd name="connsiteY69" fmla="*/ 2718559 h 3307946"/>
              <a:gd name="connsiteX70" fmla="*/ 3781322 w 12192013"/>
              <a:gd name="connsiteY70" fmla="*/ 2850463 h 3307946"/>
              <a:gd name="connsiteX71" fmla="*/ 3787824 w 12192013"/>
              <a:gd name="connsiteY71" fmla="*/ 2857791 h 3307946"/>
              <a:gd name="connsiteX72" fmla="*/ 3751411 w 12192013"/>
              <a:gd name="connsiteY72" fmla="*/ 2778327 h 3307946"/>
              <a:gd name="connsiteX73" fmla="*/ 3713995 w 12192013"/>
              <a:gd name="connsiteY73" fmla="*/ 2718559 h 3307946"/>
              <a:gd name="connsiteX74" fmla="*/ 3646817 w 12192013"/>
              <a:gd name="connsiteY74" fmla="*/ 2528946 h 3307946"/>
              <a:gd name="connsiteX75" fmla="*/ 3696601 w 12192013"/>
              <a:gd name="connsiteY75" fmla="*/ 2675684 h 3307946"/>
              <a:gd name="connsiteX76" fmla="*/ 3732093 w 12192013"/>
              <a:gd name="connsiteY76" fmla="*/ 2730317 h 3307946"/>
              <a:gd name="connsiteX77" fmla="*/ 3683908 w 12192013"/>
              <a:gd name="connsiteY77" fmla="*/ 2592629 h 3307946"/>
              <a:gd name="connsiteX78" fmla="*/ 3646831 w 12192013"/>
              <a:gd name="connsiteY78" fmla="*/ 2528946 h 3307946"/>
              <a:gd name="connsiteX79" fmla="*/ 3605771 w 12192013"/>
              <a:gd name="connsiteY79" fmla="*/ 2379675 h 3307946"/>
              <a:gd name="connsiteX80" fmla="*/ 3637118 w 12192013"/>
              <a:gd name="connsiteY80" fmla="*/ 2495987 h 3307946"/>
              <a:gd name="connsiteX81" fmla="*/ 3671377 w 12192013"/>
              <a:gd name="connsiteY81" fmla="*/ 2552856 h 3307946"/>
              <a:gd name="connsiteX82" fmla="*/ 3638703 w 12192013"/>
              <a:gd name="connsiteY82" fmla="*/ 2442857 h 3307946"/>
              <a:gd name="connsiteX83" fmla="*/ 3605771 w 12192013"/>
              <a:gd name="connsiteY83" fmla="*/ 2379675 h 3307946"/>
              <a:gd name="connsiteX84" fmla="*/ 3573814 w 12192013"/>
              <a:gd name="connsiteY84" fmla="*/ 2250074 h 3307946"/>
              <a:gd name="connsiteX85" fmla="*/ 3597087 w 12192013"/>
              <a:gd name="connsiteY85" fmla="*/ 2345321 h 3307946"/>
              <a:gd name="connsiteX86" fmla="*/ 3626145 w 12192013"/>
              <a:gd name="connsiteY86" fmla="*/ 2398912 h 3307946"/>
              <a:gd name="connsiteX87" fmla="*/ 3610322 w 12192013"/>
              <a:gd name="connsiteY87" fmla="*/ 2342937 h 3307946"/>
              <a:gd name="connsiteX88" fmla="*/ 3600799 w 12192013"/>
              <a:gd name="connsiteY88" fmla="*/ 2309192 h 3307946"/>
              <a:gd name="connsiteX89" fmla="*/ 3573814 w 12192013"/>
              <a:gd name="connsiteY89" fmla="*/ 2250074 h 3307946"/>
              <a:gd name="connsiteX90" fmla="*/ 3547425 w 12192013"/>
              <a:gd name="connsiteY90" fmla="*/ 2140346 h 3307946"/>
              <a:gd name="connsiteX91" fmla="*/ 3563667 w 12192013"/>
              <a:gd name="connsiteY91" fmla="*/ 2207863 h 3307946"/>
              <a:gd name="connsiteX92" fmla="*/ 3563952 w 12192013"/>
              <a:gd name="connsiteY92" fmla="*/ 2209055 h 3307946"/>
              <a:gd name="connsiteX93" fmla="*/ 3584367 w 12192013"/>
              <a:gd name="connsiteY93" fmla="*/ 2251470 h 3307946"/>
              <a:gd name="connsiteX94" fmla="*/ 3565510 w 12192013"/>
              <a:gd name="connsiteY94" fmla="*/ 2186662 h 3307946"/>
              <a:gd name="connsiteX95" fmla="*/ 3547425 w 12192013"/>
              <a:gd name="connsiteY95" fmla="*/ 2140360 h 3307946"/>
              <a:gd name="connsiteX96" fmla="*/ 3532375 w 12192013"/>
              <a:gd name="connsiteY96" fmla="*/ 2078939 h 3307946"/>
              <a:gd name="connsiteX97" fmla="*/ 3533431 w 12192013"/>
              <a:gd name="connsiteY97" fmla="*/ 2083166 h 3307946"/>
              <a:gd name="connsiteX98" fmla="*/ 3534651 w 12192013"/>
              <a:gd name="connsiteY98" fmla="*/ 2086024 h 3307946"/>
              <a:gd name="connsiteX99" fmla="*/ 3532375 w 12192013"/>
              <a:gd name="connsiteY99" fmla="*/ 2078939 h 3307946"/>
              <a:gd name="connsiteX100" fmla="*/ 3462935 w 12192013"/>
              <a:gd name="connsiteY100" fmla="*/ 1857289 h 3307946"/>
              <a:gd name="connsiteX101" fmla="*/ 3465563 w 12192013"/>
              <a:gd name="connsiteY101" fmla="*/ 1869115 h 3307946"/>
              <a:gd name="connsiteX102" fmla="*/ 3468949 w 12192013"/>
              <a:gd name="connsiteY102" fmla="*/ 1877284 h 3307946"/>
              <a:gd name="connsiteX103" fmla="*/ 3462935 w 12192013"/>
              <a:gd name="connsiteY103" fmla="*/ 1857289 h 3307946"/>
              <a:gd name="connsiteX104" fmla="*/ 7248889 w 12192013"/>
              <a:gd name="connsiteY104" fmla="*/ 3307933 h 3307946"/>
              <a:gd name="connsiteX105" fmla="*/ 7270970 w 12192013"/>
              <a:gd name="connsiteY105" fmla="*/ 3307933 h 3307946"/>
              <a:gd name="connsiteX106" fmla="*/ 7538951 w 12192013"/>
              <a:gd name="connsiteY106" fmla="*/ 3307933 h 3307946"/>
              <a:gd name="connsiteX107" fmla="*/ 7561776 w 12192013"/>
              <a:gd name="connsiteY107" fmla="*/ 3307933 h 3307946"/>
              <a:gd name="connsiteX108" fmla="*/ 7248875 w 12192013"/>
              <a:gd name="connsiteY108" fmla="*/ 3307933 h 3307946"/>
              <a:gd name="connsiteX109" fmla="*/ 7019991 w 12192013"/>
              <a:gd name="connsiteY109" fmla="*/ 3307933 h 3307946"/>
              <a:gd name="connsiteX110" fmla="*/ 7033917 w 12192013"/>
              <a:gd name="connsiteY110" fmla="*/ 3307933 h 3307946"/>
              <a:gd name="connsiteX111" fmla="*/ 7113152 w 12192013"/>
              <a:gd name="connsiteY111" fmla="*/ 3250306 h 3307946"/>
              <a:gd name="connsiteX112" fmla="*/ 7612441 w 12192013"/>
              <a:gd name="connsiteY112" fmla="*/ 3307933 h 3307946"/>
              <a:gd name="connsiteX113" fmla="*/ 7626800 w 12192013"/>
              <a:gd name="connsiteY113" fmla="*/ 3307933 h 3307946"/>
              <a:gd name="connsiteX114" fmla="*/ 7108464 w 12192013"/>
              <a:gd name="connsiteY114" fmla="*/ 3242693 h 3307946"/>
              <a:gd name="connsiteX115" fmla="*/ 7019991 w 12192013"/>
              <a:gd name="connsiteY115" fmla="*/ 3307933 h 3307946"/>
              <a:gd name="connsiteX116" fmla="*/ 6833576 w 12192013"/>
              <a:gd name="connsiteY116" fmla="*/ 3307933 h 3307946"/>
              <a:gd name="connsiteX117" fmla="*/ 6845944 w 12192013"/>
              <a:gd name="connsiteY117" fmla="*/ 3307933 h 3307946"/>
              <a:gd name="connsiteX118" fmla="*/ 7012920 w 12192013"/>
              <a:gd name="connsiteY118" fmla="*/ 3164000 h 3307946"/>
              <a:gd name="connsiteX119" fmla="*/ 7641661 w 12192013"/>
              <a:gd name="connsiteY119" fmla="*/ 3307933 h 3307946"/>
              <a:gd name="connsiteX120" fmla="*/ 7654463 w 12192013"/>
              <a:gd name="connsiteY120" fmla="*/ 3307933 h 3307946"/>
              <a:gd name="connsiteX121" fmla="*/ 7008083 w 12192013"/>
              <a:gd name="connsiteY121" fmla="*/ 3156523 h 3307946"/>
              <a:gd name="connsiteX122" fmla="*/ 6833576 w 12192013"/>
              <a:gd name="connsiteY122" fmla="*/ 3307933 h 3307946"/>
              <a:gd name="connsiteX123" fmla="*/ 6661723 w 12192013"/>
              <a:gd name="connsiteY123" fmla="*/ 3307933 h 3307946"/>
              <a:gd name="connsiteX124" fmla="*/ 6673522 w 12192013"/>
              <a:gd name="connsiteY124" fmla="*/ 3307933 h 3307946"/>
              <a:gd name="connsiteX125" fmla="*/ 6912620 w 12192013"/>
              <a:gd name="connsiteY125" fmla="*/ 3078074 h 3307946"/>
              <a:gd name="connsiteX126" fmla="*/ 7660112 w 12192013"/>
              <a:gd name="connsiteY126" fmla="*/ 3307933 h 3307946"/>
              <a:gd name="connsiteX127" fmla="*/ 7672290 w 12192013"/>
              <a:gd name="connsiteY127" fmla="*/ 3307933 h 3307946"/>
              <a:gd name="connsiteX128" fmla="*/ 6907581 w 12192013"/>
              <a:gd name="connsiteY128" fmla="*/ 3070704 h 3307946"/>
              <a:gd name="connsiteX129" fmla="*/ 6661736 w 12192013"/>
              <a:gd name="connsiteY129" fmla="*/ 3307933 h 3307946"/>
              <a:gd name="connsiteX130" fmla="*/ 6496684 w 12192013"/>
              <a:gd name="connsiteY130" fmla="*/ 3307933 h 3307946"/>
              <a:gd name="connsiteX131" fmla="*/ 6508266 w 12192013"/>
              <a:gd name="connsiteY131" fmla="*/ 3307933 h 3307946"/>
              <a:gd name="connsiteX132" fmla="*/ 6812199 w 12192013"/>
              <a:gd name="connsiteY132" fmla="*/ 2992486 h 3307946"/>
              <a:gd name="connsiteX133" fmla="*/ 7675623 w 12192013"/>
              <a:gd name="connsiteY133" fmla="*/ 3307933 h 3307946"/>
              <a:gd name="connsiteX134" fmla="*/ 7687571 w 12192013"/>
              <a:gd name="connsiteY134" fmla="*/ 3307933 h 3307946"/>
              <a:gd name="connsiteX135" fmla="*/ 6806997 w 12192013"/>
              <a:gd name="connsiteY135" fmla="*/ 2985238 h 3307946"/>
              <a:gd name="connsiteX136" fmla="*/ 6496670 w 12192013"/>
              <a:gd name="connsiteY136" fmla="*/ 3307933 h 3307946"/>
              <a:gd name="connsiteX137" fmla="*/ 6334435 w 12192013"/>
              <a:gd name="connsiteY137" fmla="*/ 3307933 h 3307946"/>
              <a:gd name="connsiteX138" fmla="*/ 6346017 w 12192013"/>
              <a:gd name="connsiteY138" fmla="*/ 3307933 h 3307946"/>
              <a:gd name="connsiteX139" fmla="*/ 6412857 w 12192013"/>
              <a:gd name="connsiteY139" fmla="*/ 3226247 h 3307946"/>
              <a:gd name="connsiteX140" fmla="*/ 6711723 w 12192013"/>
              <a:gd name="connsiteY140" fmla="*/ 2907278 h 3307946"/>
              <a:gd name="connsiteX141" fmla="*/ 7691974 w 12192013"/>
              <a:gd name="connsiteY141" fmla="*/ 3307933 h 3307946"/>
              <a:gd name="connsiteX142" fmla="*/ 7703854 w 12192013"/>
              <a:gd name="connsiteY142" fmla="*/ 3307933 h 3307946"/>
              <a:gd name="connsiteX143" fmla="*/ 6706386 w 12192013"/>
              <a:gd name="connsiteY143" fmla="*/ 2900138 h 3307946"/>
              <a:gd name="connsiteX144" fmla="*/ 6405948 w 12192013"/>
              <a:gd name="connsiteY144" fmla="*/ 3220598 h 3307946"/>
              <a:gd name="connsiteX145" fmla="*/ 6334448 w 12192013"/>
              <a:gd name="connsiteY145" fmla="*/ 3307920 h 3307946"/>
              <a:gd name="connsiteX146" fmla="*/ 6172078 w 12192013"/>
              <a:gd name="connsiteY146" fmla="*/ 3307933 h 3307946"/>
              <a:gd name="connsiteX147" fmla="*/ 6183837 w 12192013"/>
              <a:gd name="connsiteY147" fmla="*/ 3307933 h 3307946"/>
              <a:gd name="connsiteX148" fmla="*/ 6325820 w 12192013"/>
              <a:gd name="connsiteY148" fmla="*/ 3134401 h 3307946"/>
              <a:gd name="connsiteX149" fmla="*/ 6611207 w 12192013"/>
              <a:gd name="connsiteY149" fmla="*/ 2822448 h 3307946"/>
              <a:gd name="connsiteX150" fmla="*/ 7710939 w 12192013"/>
              <a:gd name="connsiteY150" fmla="*/ 3307947 h 3307946"/>
              <a:gd name="connsiteX151" fmla="*/ 7722874 w 12192013"/>
              <a:gd name="connsiteY151" fmla="*/ 3307947 h 3307946"/>
              <a:gd name="connsiteX152" fmla="*/ 6605694 w 12192013"/>
              <a:gd name="connsiteY152" fmla="*/ 2815417 h 3307946"/>
              <a:gd name="connsiteX153" fmla="*/ 6318856 w 12192013"/>
              <a:gd name="connsiteY153" fmla="*/ 3128833 h 3307946"/>
              <a:gd name="connsiteX154" fmla="*/ 6172078 w 12192013"/>
              <a:gd name="connsiteY154" fmla="*/ 3307947 h 3307946"/>
              <a:gd name="connsiteX155" fmla="*/ 6006836 w 12192013"/>
              <a:gd name="connsiteY155" fmla="*/ 3307933 h 3307946"/>
              <a:gd name="connsiteX156" fmla="*/ 6018961 w 12192013"/>
              <a:gd name="connsiteY156" fmla="*/ 3307933 h 3307946"/>
              <a:gd name="connsiteX157" fmla="*/ 6238674 w 12192013"/>
              <a:gd name="connsiteY157" fmla="*/ 3042622 h 3307946"/>
              <a:gd name="connsiteX158" fmla="*/ 6510664 w 12192013"/>
              <a:gd name="connsiteY158" fmla="*/ 2737971 h 3307946"/>
              <a:gd name="connsiteX159" fmla="*/ 7734050 w 12192013"/>
              <a:gd name="connsiteY159" fmla="*/ 3307933 h 3307946"/>
              <a:gd name="connsiteX160" fmla="*/ 7746025 w 12192013"/>
              <a:gd name="connsiteY160" fmla="*/ 3307933 h 3307946"/>
              <a:gd name="connsiteX161" fmla="*/ 6505029 w 12192013"/>
              <a:gd name="connsiteY161" fmla="*/ 2731076 h 3307946"/>
              <a:gd name="connsiteX162" fmla="*/ 6231670 w 12192013"/>
              <a:gd name="connsiteY162" fmla="*/ 3037109 h 3307946"/>
              <a:gd name="connsiteX163" fmla="*/ 6006836 w 12192013"/>
              <a:gd name="connsiteY163" fmla="*/ 3307933 h 3307946"/>
              <a:gd name="connsiteX164" fmla="*/ 5835471 w 12192013"/>
              <a:gd name="connsiteY164" fmla="*/ 3307933 h 3307946"/>
              <a:gd name="connsiteX165" fmla="*/ 5848300 w 12192013"/>
              <a:gd name="connsiteY165" fmla="*/ 3307933 h 3307946"/>
              <a:gd name="connsiteX166" fmla="*/ 6151433 w 12192013"/>
              <a:gd name="connsiteY166" fmla="*/ 2950925 h 3307946"/>
              <a:gd name="connsiteX167" fmla="*/ 6410148 w 12192013"/>
              <a:gd name="connsiteY167" fmla="*/ 2653873 h 3307946"/>
              <a:gd name="connsiteX168" fmla="*/ 7762172 w 12192013"/>
              <a:gd name="connsiteY168" fmla="*/ 3307933 h 3307946"/>
              <a:gd name="connsiteX169" fmla="*/ 7774324 w 12192013"/>
              <a:gd name="connsiteY169" fmla="*/ 3307933 h 3307946"/>
              <a:gd name="connsiteX170" fmla="*/ 6404349 w 12192013"/>
              <a:gd name="connsiteY170" fmla="*/ 2647100 h 3307946"/>
              <a:gd name="connsiteX171" fmla="*/ 6144376 w 12192013"/>
              <a:gd name="connsiteY171" fmla="*/ 2945479 h 3307946"/>
              <a:gd name="connsiteX172" fmla="*/ 5835485 w 12192013"/>
              <a:gd name="connsiteY172" fmla="*/ 3307933 h 3307946"/>
              <a:gd name="connsiteX173" fmla="*/ 14 w 12192013"/>
              <a:gd name="connsiteY173" fmla="*/ 2643984 h 3307946"/>
              <a:gd name="connsiteX174" fmla="*/ 14 w 12192013"/>
              <a:gd name="connsiteY174" fmla="*/ 2653724 h 3307946"/>
              <a:gd name="connsiteX175" fmla="*/ 1343748 w 12192013"/>
              <a:gd name="connsiteY175" fmla="*/ 3307947 h 3307946"/>
              <a:gd name="connsiteX176" fmla="*/ 1363296 w 12192013"/>
              <a:gd name="connsiteY176" fmla="*/ 3307947 h 3307946"/>
              <a:gd name="connsiteX177" fmla="*/ 14 w 12192013"/>
              <a:gd name="connsiteY177" fmla="*/ 2643984 h 3307946"/>
              <a:gd name="connsiteX178" fmla="*/ 14 w 12192013"/>
              <a:gd name="connsiteY178" fmla="*/ 2484662 h 3307946"/>
              <a:gd name="connsiteX179" fmla="*/ 14 w 12192013"/>
              <a:gd name="connsiteY179" fmla="*/ 2494470 h 3307946"/>
              <a:gd name="connsiteX180" fmla="*/ 930751 w 12192013"/>
              <a:gd name="connsiteY180" fmla="*/ 2960435 h 3307946"/>
              <a:gd name="connsiteX181" fmla="*/ 1586342 w 12192013"/>
              <a:gd name="connsiteY181" fmla="*/ 3307933 h 3307946"/>
              <a:gd name="connsiteX182" fmla="*/ 1605876 w 12192013"/>
              <a:gd name="connsiteY182" fmla="*/ 3307933 h 3307946"/>
              <a:gd name="connsiteX183" fmla="*/ 935005 w 12192013"/>
              <a:gd name="connsiteY183" fmla="*/ 2952564 h 3307946"/>
              <a:gd name="connsiteX184" fmla="*/ 935005 w 12192013"/>
              <a:gd name="connsiteY184" fmla="*/ 2952564 h 3307946"/>
              <a:gd name="connsiteX185" fmla="*/ 27 w 12192013"/>
              <a:gd name="connsiteY185" fmla="*/ 2484662 h 3307946"/>
              <a:gd name="connsiteX186" fmla="*/ 14 w 12192013"/>
              <a:gd name="connsiteY186" fmla="*/ 2326234 h 3307946"/>
              <a:gd name="connsiteX187" fmla="*/ 14 w 12192013"/>
              <a:gd name="connsiteY187" fmla="*/ 2336082 h 3307946"/>
              <a:gd name="connsiteX188" fmla="*/ 477520 w 12192013"/>
              <a:gd name="connsiteY188" fmla="*/ 2575140 h 3307946"/>
              <a:gd name="connsiteX189" fmla="*/ 871931 w 12192013"/>
              <a:gd name="connsiteY189" fmla="*/ 2793133 h 3307946"/>
              <a:gd name="connsiteX190" fmla="*/ 1836427 w 12192013"/>
              <a:gd name="connsiteY190" fmla="*/ 3307933 h 3307946"/>
              <a:gd name="connsiteX191" fmla="*/ 1856747 w 12192013"/>
              <a:gd name="connsiteY191" fmla="*/ 3307933 h 3307946"/>
              <a:gd name="connsiteX192" fmla="*/ 876429 w 12192013"/>
              <a:gd name="connsiteY192" fmla="*/ 2785425 h 3307946"/>
              <a:gd name="connsiteX193" fmla="*/ 876388 w 12192013"/>
              <a:gd name="connsiteY193" fmla="*/ 2785398 h 3307946"/>
              <a:gd name="connsiteX194" fmla="*/ 481665 w 12192013"/>
              <a:gd name="connsiteY194" fmla="*/ 2567242 h 3307946"/>
              <a:gd name="connsiteX195" fmla="*/ 0 w 12192013"/>
              <a:gd name="connsiteY195" fmla="*/ 2326220 h 3307946"/>
              <a:gd name="connsiteX196" fmla="*/ 14 w 12192013"/>
              <a:gd name="connsiteY196" fmla="*/ 2168876 h 3307946"/>
              <a:gd name="connsiteX197" fmla="*/ 14 w 12192013"/>
              <a:gd name="connsiteY197" fmla="*/ 2178792 h 3307946"/>
              <a:gd name="connsiteX198" fmla="*/ 275878 w 12192013"/>
              <a:gd name="connsiteY198" fmla="*/ 2319000 h 3307946"/>
              <a:gd name="connsiteX199" fmla="*/ 813193 w 12192013"/>
              <a:gd name="connsiteY199" fmla="*/ 2625913 h 3307946"/>
              <a:gd name="connsiteX200" fmla="*/ 813193 w 12192013"/>
              <a:gd name="connsiteY200" fmla="*/ 2625913 h 3307946"/>
              <a:gd name="connsiteX201" fmla="*/ 2115299 w 12192013"/>
              <a:gd name="connsiteY201" fmla="*/ 3307947 h 3307946"/>
              <a:gd name="connsiteX202" fmla="*/ 2137082 w 12192013"/>
              <a:gd name="connsiteY202" fmla="*/ 3307947 h 3307946"/>
              <a:gd name="connsiteX203" fmla="*/ 817907 w 12192013"/>
              <a:gd name="connsiteY203" fmla="*/ 2618327 h 3307946"/>
              <a:gd name="connsiteX204" fmla="*/ 817839 w 12192013"/>
              <a:gd name="connsiteY204" fmla="*/ 2618286 h 3307946"/>
              <a:gd name="connsiteX205" fmla="*/ 280050 w 12192013"/>
              <a:gd name="connsiteY205" fmla="*/ 2311129 h 3307946"/>
              <a:gd name="connsiteX206" fmla="*/ 27 w 12192013"/>
              <a:gd name="connsiteY206" fmla="*/ 2168903 h 3307946"/>
              <a:gd name="connsiteX207" fmla="*/ 14 w 12192013"/>
              <a:gd name="connsiteY207" fmla="*/ 2012791 h 3307946"/>
              <a:gd name="connsiteX208" fmla="*/ 14 w 12192013"/>
              <a:gd name="connsiteY208" fmla="*/ 2022775 h 3307946"/>
              <a:gd name="connsiteX209" fmla="*/ 128273 w 12192013"/>
              <a:gd name="connsiteY209" fmla="*/ 2089180 h 3307946"/>
              <a:gd name="connsiteX210" fmla="*/ 754319 w 12192013"/>
              <a:gd name="connsiteY210" fmla="*/ 2458571 h 3307946"/>
              <a:gd name="connsiteX211" fmla="*/ 754319 w 12192013"/>
              <a:gd name="connsiteY211" fmla="*/ 2458571 h 3307946"/>
              <a:gd name="connsiteX212" fmla="*/ 2438983 w 12192013"/>
              <a:gd name="connsiteY212" fmla="*/ 3307933 h 3307946"/>
              <a:gd name="connsiteX213" fmla="*/ 2462554 w 12192013"/>
              <a:gd name="connsiteY213" fmla="*/ 3307933 h 3307946"/>
              <a:gd name="connsiteX214" fmla="*/ 759331 w 12192013"/>
              <a:gd name="connsiteY214" fmla="*/ 2451175 h 3307946"/>
              <a:gd name="connsiteX215" fmla="*/ 759237 w 12192013"/>
              <a:gd name="connsiteY215" fmla="*/ 2451134 h 3307946"/>
              <a:gd name="connsiteX216" fmla="*/ 132432 w 12192013"/>
              <a:gd name="connsiteY216" fmla="*/ 2081310 h 3307946"/>
              <a:gd name="connsiteX217" fmla="*/ 14 w 12192013"/>
              <a:gd name="connsiteY217" fmla="*/ 2012791 h 3307946"/>
              <a:gd name="connsiteX218" fmla="*/ 14 w 12192013"/>
              <a:gd name="connsiteY218" fmla="*/ 1858251 h 3307946"/>
              <a:gd name="connsiteX219" fmla="*/ 14 w 12192013"/>
              <a:gd name="connsiteY219" fmla="*/ 1868343 h 3307946"/>
              <a:gd name="connsiteX220" fmla="*/ 9740 w 12192013"/>
              <a:gd name="connsiteY220" fmla="*/ 1873477 h 3307946"/>
              <a:gd name="connsiteX221" fmla="*/ 695527 w 12192013"/>
              <a:gd name="connsiteY221" fmla="*/ 2291310 h 3307946"/>
              <a:gd name="connsiteX222" fmla="*/ 2670062 w 12192013"/>
              <a:gd name="connsiteY222" fmla="*/ 3253300 h 3307946"/>
              <a:gd name="connsiteX223" fmla="*/ 2811218 w 12192013"/>
              <a:gd name="connsiteY223" fmla="*/ 3307947 h 3307946"/>
              <a:gd name="connsiteX224" fmla="*/ 2835846 w 12192013"/>
              <a:gd name="connsiteY224" fmla="*/ 3307947 h 3307946"/>
              <a:gd name="connsiteX225" fmla="*/ 2673259 w 12192013"/>
              <a:gd name="connsiteY225" fmla="*/ 3244982 h 3307946"/>
              <a:gd name="connsiteX226" fmla="*/ 700742 w 12192013"/>
              <a:gd name="connsiteY226" fmla="*/ 2284063 h 3307946"/>
              <a:gd name="connsiteX227" fmla="*/ 700661 w 12192013"/>
              <a:gd name="connsiteY227" fmla="*/ 2284009 h 3307946"/>
              <a:gd name="connsiteX228" fmla="*/ 13899 w 12192013"/>
              <a:gd name="connsiteY228" fmla="*/ 1865579 h 3307946"/>
              <a:gd name="connsiteX229" fmla="*/ 14 w 12192013"/>
              <a:gd name="connsiteY229" fmla="*/ 1858264 h 3307946"/>
              <a:gd name="connsiteX230" fmla="*/ 14 w 12192013"/>
              <a:gd name="connsiteY230" fmla="*/ 1705471 h 3307946"/>
              <a:gd name="connsiteX231" fmla="*/ 14 w 12192013"/>
              <a:gd name="connsiteY231" fmla="*/ 1715672 h 3307946"/>
              <a:gd name="connsiteX232" fmla="*/ 636761 w 12192013"/>
              <a:gd name="connsiteY232" fmla="*/ 2124023 h 3307946"/>
              <a:gd name="connsiteX233" fmla="*/ 2578893 w 12192013"/>
              <a:gd name="connsiteY233" fmla="*/ 3069566 h 3307946"/>
              <a:gd name="connsiteX234" fmla="*/ 3204247 w 12192013"/>
              <a:gd name="connsiteY234" fmla="*/ 3307947 h 3307946"/>
              <a:gd name="connsiteX235" fmla="*/ 3227873 w 12192013"/>
              <a:gd name="connsiteY235" fmla="*/ 3307947 h 3307946"/>
              <a:gd name="connsiteX236" fmla="*/ 2581954 w 12192013"/>
              <a:gd name="connsiteY236" fmla="*/ 3061195 h 3307946"/>
              <a:gd name="connsiteX237" fmla="*/ 642139 w 12192013"/>
              <a:gd name="connsiteY237" fmla="*/ 2116924 h 3307946"/>
              <a:gd name="connsiteX238" fmla="*/ 642058 w 12192013"/>
              <a:gd name="connsiteY238" fmla="*/ 2116843 h 3307946"/>
              <a:gd name="connsiteX239" fmla="*/ 0 w 12192013"/>
              <a:gd name="connsiteY239" fmla="*/ 1705471 h 3307946"/>
              <a:gd name="connsiteX240" fmla="*/ 14 w 12192013"/>
              <a:gd name="connsiteY240" fmla="*/ 1554873 h 3307946"/>
              <a:gd name="connsiteX241" fmla="*/ 14 w 12192013"/>
              <a:gd name="connsiteY241" fmla="*/ 1565223 h 3307946"/>
              <a:gd name="connsiteX242" fmla="*/ 578063 w 12192013"/>
              <a:gd name="connsiteY242" fmla="*/ 1956803 h 3307946"/>
              <a:gd name="connsiteX243" fmla="*/ 2504115 w 12192013"/>
              <a:gd name="connsiteY243" fmla="*/ 2893419 h 3307946"/>
              <a:gd name="connsiteX244" fmla="*/ 3309667 w 12192013"/>
              <a:gd name="connsiteY244" fmla="*/ 3195672 h 3307946"/>
              <a:gd name="connsiteX245" fmla="*/ 3309667 w 12192013"/>
              <a:gd name="connsiteY245" fmla="*/ 3195672 h 3307946"/>
              <a:gd name="connsiteX246" fmla="*/ 3535910 w 12192013"/>
              <a:gd name="connsiteY246" fmla="*/ 3307947 h 3307946"/>
              <a:gd name="connsiteX247" fmla="*/ 3553806 w 12192013"/>
              <a:gd name="connsiteY247" fmla="*/ 3307947 h 3307946"/>
              <a:gd name="connsiteX248" fmla="*/ 3313149 w 12192013"/>
              <a:gd name="connsiteY248" fmla="*/ 3187449 h 3307946"/>
              <a:gd name="connsiteX249" fmla="*/ 3313149 w 12192013"/>
              <a:gd name="connsiteY249" fmla="*/ 3187449 h 3307946"/>
              <a:gd name="connsiteX250" fmla="*/ 2507068 w 12192013"/>
              <a:gd name="connsiteY250" fmla="*/ 2884993 h 3307946"/>
              <a:gd name="connsiteX251" fmla="*/ 583577 w 12192013"/>
              <a:gd name="connsiteY251" fmla="*/ 1949812 h 3307946"/>
              <a:gd name="connsiteX252" fmla="*/ 583482 w 12192013"/>
              <a:gd name="connsiteY252" fmla="*/ 1949731 h 3307946"/>
              <a:gd name="connsiteX253" fmla="*/ 14 w 12192013"/>
              <a:gd name="connsiteY253" fmla="*/ 1554873 h 3307946"/>
              <a:gd name="connsiteX254" fmla="*/ 14 w 12192013"/>
              <a:gd name="connsiteY254" fmla="*/ 1406808 h 3307946"/>
              <a:gd name="connsiteX255" fmla="*/ 14 w 12192013"/>
              <a:gd name="connsiteY255" fmla="*/ 1417293 h 3307946"/>
              <a:gd name="connsiteX256" fmla="*/ 519284 w 12192013"/>
              <a:gd name="connsiteY256" fmla="*/ 1789528 h 3307946"/>
              <a:gd name="connsiteX257" fmla="*/ 519284 w 12192013"/>
              <a:gd name="connsiteY257" fmla="*/ 1789528 h 3307946"/>
              <a:gd name="connsiteX258" fmla="*/ 2438725 w 12192013"/>
              <a:gd name="connsiteY258" fmla="*/ 2721593 h 3307946"/>
              <a:gd name="connsiteX259" fmla="*/ 3280637 w 12192013"/>
              <a:gd name="connsiteY259" fmla="*/ 3027599 h 3307946"/>
              <a:gd name="connsiteX260" fmla="*/ 3745017 w 12192013"/>
              <a:gd name="connsiteY260" fmla="*/ 3307947 h 3307946"/>
              <a:gd name="connsiteX261" fmla="*/ 3759430 w 12192013"/>
              <a:gd name="connsiteY261" fmla="*/ 3307947 h 3307946"/>
              <a:gd name="connsiteX262" fmla="*/ 3284119 w 12192013"/>
              <a:gd name="connsiteY262" fmla="*/ 3019376 h 3307946"/>
              <a:gd name="connsiteX263" fmla="*/ 2441556 w 12192013"/>
              <a:gd name="connsiteY263" fmla="*/ 2713127 h 3307946"/>
              <a:gd name="connsiteX264" fmla="*/ 524974 w 12192013"/>
              <a:gd name="connsiteY264" fmla="*/ 1782687 h 3307946"/>
              <a:gd name="connsiteX265" fmla="*/ 524879 w 12192013"/>
              <a:gd name="connsiteY265" fmla="*/ 1782620 h 3307946"/>
              <a:gd name="connsiteX266" fmla="*/ 14 w 12192013"/>
              <a:gd name="connsiteY266" fmla="*/ 1406808 h 3307946"/>
              <a:gd name="connsiteX267" fmla="*/ 14 w 12192013"/>
              <a:gd name="connsiteY267" fmla="*/ 1261642 h 3307946"/>
              <a:gd name="connsiteX268" fmla="*/ 14 w 12192013"/>
              <a:gd name="connsiteY268" fmla="*/ 1272357 h 3307946"/>
              <a:gd name="connsiteX269" fmla="*/ 460505 w 12192013"/>
              <a:gd name="connsiteY269" fmla="*/ 1622241 h 3307946"/>
              <a:gd name="connsiteX270" fmla="*/ 2379188 w 12192013"/>
              <a:gd name="connsiteY270" fmla="*/ 2552463 h 3307946"/>
              <a:gd name="connsiteX271" fmla="*/ 3251620 w 12192013"/>
              <a:gd name="connsiteY271" fmla="*/ 2859552 h 3307946"/>
              <a:gd name="connsiteX272" fmla="*/ 3878695 w 12192013"/>
              <a:gd name="connsiteY272" fmla="*/ 3307933 h 3307946"/>
              <a:gd name="connsiteX273" fmla="*/ 3891280 w 12192013"/>
              <a:gd name="connsiteY273" fmla="*/ 3307933 h 3307946"/>
              <a:gd name="connsiteX274" fmla="*/ 3255102 w 12192013"/>
              <a:gd name="connsiteY274" fmla="*/ 2851303 h 3307946"/>
              <a:gd name="connsiteX275" fmla="*/ 2381883 w 12192013"/>
              <a:gd name="connsiteY275" fmla="*/ 2543956 h 3307946"/>
              <a:gd name="connsiteX276" fmla="*/ 466398 w 12192013"/>
              <a:gd name="connsiteY276" fmla="*/ 1615535 h 3307946"/>
              <a:gd name="connsiteX277" fmla="*/ 466303 w 12192013"/>
              <a:gd name="connsiteY277" fmla="*/ 1615440 h 3307946"/>
              <a:gd name="connsiteX278" fmla="*/ 14 w 12192013"/>
              <a:gd name="connsiteY278" fmla="*/ 1261642 h 3307946"/>
              <a:gd name="connsiteX279" fmla="*/ 14 w 12192013"/>
              <a:gd name="connsiteY279" fmla="*/ 1119944 h 3307946"/>
              <a:gd name="connsiteX280" fmla="*/ 14 w 12192013"/>
              <a:gd name="connsiteY280" fmla="*/ 1130876 h 3307946"/>
              <a:gd name="connsiteX281" fmla="*/ 401632 w 12192013"/>
              <a:gd name="connsiteY281" fmla="*/ 1454885 h 3307946"/>
              <a:gd name="connsiteX282" fmla="*/ 2323551 w 12192013"/>
              <a:gd name="connsiteY282" fmla="*/ 2385175 h 3307946"/>
              <a:gd name="connsiteX283" fmla="*/ 3222590 w 12192013"/>
              <a:gd name="connsiteY283" fmla="*/ 2691479 h 3307946"/>
              <a:gd name="connsiteX284" fmla="*/ 3222590 w 12192013"/>
              <a:gd name="connsiteY284" fmla="*/ 2691479 h 3307946"/>
              <a:gd name="connsiteX285" fmla="*/ 3963714 w 12192013"/>
              <a:gd name="connsiteY285" fmla="*/ 3307947 h 3307946"/>
              <a:gd name="connsiteX286" fmla="*/ 3975256 w 12192013"/>
              <a:gd name="connsiteY286" fmla="*/ 3307947 h 3307946"/>
              <a:gd name="connsiteX287" fmla="*/ 3226057 w 12192013"/>
              <a:gd name="connsiteY287" fmla="*/ 2683243 h 3307946"/>
              <a:gd name="connsiteX288" fmla="*/ 3226057 w 12192013"/>
              <a:gd name="connsiteY288" fmla="*/ 2683243 h 3307946"/>
              <a:gd name="connsiteX289" fmla="*/ 2326125 w 12192013"/>
              <a:gd name="connsiteY289" fmla="*/ 2376627 h 3307946"/>
              <a:gd name="connsiteX290" fmla="*/ 407809 w 12192013"/>
              <a:gd name="connsiteY290" fmla="*/ 1448423 h 3307946"/>
              <a:gd name="connsiteX291" fmla="*/ 407701 w 12192013"/>
              <a:gd name="connsiteY291" fmla="*/ 1448328 h 3307946"/>
              <a:gd name="connsiteX292" fmla="*/ 14 w 12192013"/>
              <a:gd name="connsiteY292" fmla="*/ 1119944 h 3307946"/>
              <a:gd name="connsiteX293" fmla="*/ 14 w 12192013"/>
              <a:gd name="connsiteY293" fmla="*/ 982201 h 3307946"/>
              <a:gd name="connsiteX294" fmla="*/ 14 w 12192013"/>
              <a:gd name="connsiteY294" fmla="*/ 993458 h 3307946"/>
              <a:gd name="connsiteX295" fmla="*/ 342961 w 12192013"/>
              <a:gd name="connsiteY295" fmla="*/ 1287706 h 3307946"/>
              <a:gd name="connsiteX296" fmla="*/ 342961 w 12192013"/>
              <a:gd name="connsiteY296" fmla="*/ 1287706 h 3307946"/>
              <a:gd name="connsiteX297" fmla="*/ 2270638 w 12192013"/>
              <a:gd name="connsiteY297" fmla="*/ 2219120 h 3307946"/>
              <a:gd name="connsiteX298" fmla="*/ 3193573 w 12192013"/>
              <a:gd name="connsiteY298" fmla="*/ 2523433 h 3307946"/>
              <a:gd name="connsiteX299" fmla="*/ 3978494 w 12192013"/>
              <a:gd name="connsiteY299" fmla="*/ 3255874 h 3307946"/>
              <a:gd name="connsiteX300" fmla="*/ 4016086 w 12192013"/>
              <a:gd name="connsiteY300" fmla="*/ 3307947 h 3307946"/>
              <a:gd name="connsiteX301" fmla="*/ 4027099 w 12192013"/>
              <a:gd name="connsiteY301" fmla="*/ 3307947 h 3307946"/>
              <a:gd name="connsiteX302" fmla="*/ 3985714 w 12192013"/>
              <a:gd name="connsiteY302" fmla="*/ 3250645 h 3307946"/>
              <a:gd name="connsiteX303" fmla="*/ 3197027 w 12192013"/>
              <a:gd name="connsiteY303" fmla="*/ 2515183 h 3307946"/>
              <a:gd name="connsiteX304" fmla="*/ 2273117 w 12192013"/>
              <a:gd name="connsiteY304" fmla="*/ 2210559 h 3307946"/>
              <a:gd name="connsiteX305" fmla="*/ 349192 w 12192013"/>
              <a:gd name="connsiteY305" fmla="*/ 1281311 h 3307946"/>
              <a:gd name="connsiteX306" fmla="*/ 349098 w 12192013"/>
              <a:gd name="connsiteY306" fmla="*/ 1281217 h 3307946"/>
              <a:gd name="connsiteX307" fmla="*/ 14 w 12192013"/>
              <a:gd name="connsiteY307" fmla="*/ 982201 h 3307946"/>
              <a:gd name="connsiteX308" fmla="*/ 14 w 12192013"/>
              <a:gd name="connsiteY308" fmla="*/ 849105 h 3307946"/>
              <a:gd name="connsiteX309" fmla="*/ 14 w 12192013"/>
              <a:gd name="connsiteY309" fmla="*/ 860687 h 3307946"/>
              <a:gd name="connsiteX310" fmla="*/ 284101 w 12192013"/>
              <a:gd name="connsiteY310" fmla="*/ 1120309 h 3307946"/>
              <a:gd name="connsiteX311" fmla="*/ 2219716 w 12192013"/>
              <a:gd name="connsiteY311" fmla="*/ 2054000 h 3307946"/>
              <a:gd name="connsiteX312" fmla="*/ 3164556 w 12192013"/>
              <a:gd name="connsiteY312" fmla="*/ 2355359 h 3307946"/>
              <a:gd name="connsiteX313" fmla="*/ 3929685 w 12192013"/>
              <a:gd name="connsiteY313" fmla="*/ 3127871 h 3307946"/>
              <a:gd name="connsiteX314" fmla="*/ 4046809 w 12192013"/>
              <a:gd name="connsiteY314" fmla="*/ 3307933 h 3307946"/>
              <a:gd name="connsiteX315" fmla="*/ 4057620 w 12192013"/>
              <a:gd name="connsiteY315" fmla="*/ 3307933 h 3307946"/>
              <a:gd name="connsiteX316" fmla="*/ 3937190 w 12192013"/>
              <a:gd name="connsiteY316" fmla="*/ 3123089 h 3307946"/>
              <a:gd name="connsiteX317" fmla="*/ 3167983 w 12192013"/>
              <a:gd name="connsiteY317" fmla="*/ 2347109 h 3307946"/>
              <a:gd name="connsiteX318" fmla="*/ 2222033 w 12192013"/>
              <a:gd name="connsiteY318" fmla="*/ 2045357 h 3307946"/>
              <a:gd name="connsiteX319" fmla="*/ 290576 w 12192013"/>
              <a:gd name="connsiteY319" fmla="*/ 1114146 h 3307946"/>
              <a:gd name="connsiteX320" fmla="*/ 290481 w 12192013"/>
              <a:gd name="connsiteY320" fmla="*/ 1114051 h 3307946"/>
              <a:gd name="connsiteX321" fmla="*/ 14 w 12192013"/>
              <a:gd name="connsiteY321" fmla="*/ 849105 h 3307946"/>
              <a:gd name="connsiteX322" fmla="*/ 5653512 w 12192013"/>
              <a:gd name="connsiteY322" fmla="*/ 3307933 h 3307946"/>
              <a:gd name="connsiteX323" fmla="*/ 6056959 w 12192013"/>
              <a:gd name="connsiteY323" fmla="*/ 2853917 h 3307946"/>
              <a:gd name="connsiteX324" fmla="*/ 6303698 w 12192013"/>
              <a:gd name="connsiteY324" fmla="*/ 2563504 h 3307946"/>
              <a:gd name="connsiteX325" fmla="*/ 7808461 w 12192013"/>
              <a:gd name="connsiteY325" fmla="*/ 3307933 h 3307946"/>
              <a:gd name="connsiteX326" fmla="*/ 7796188 w 12192013"/>
              <a:gd name="connsiteY326" fmla="*/ 3307933 h 3307946"/>
              <a:gd name="connsiteX327" fmla="*/ 6309658 w 12192013"/>
              <a:gd name="connsiteY327" fmla="*/ 2570155 h 3307946"/>
              <a:gd name="connsiteX328" fmla="*/ 6064098 w 12192013"/>
              <a:gd name="connsiteY328" fmla="*/ 2859322 h 3307946"/>
              <a:gd name="connsiteX329" fmla="*/ 5667479 w 12192013"/>
              <a:gd name="connsiteY329" fmla="*/ 3307933 h 3307946"/>
              <a:gd name="connsiteX330" fmla="*/ 5653525 w 12192013"/>
              <a:gd name="connsiteY330" fmla="*/ 3307933 h 3307946"/>
              <a:gd name="connsiteX331" fmla="*/ 5453861 w 12192013"/>
              <a:gd name="connsiteY331" fmla="*/ 3307933 h 3307946"/>
              <a:gd name="connsiteX332" fmla="*/ 5969447 w 12192013"/>
              <a:gd name="connsiteY332" fmla="*/ 2762477 h 3307946"/>
              <a:gd name="connsiteX333" fmla="*/ 6203100 w 12192013"/>
              <a:gd name="connsiteY333" fmla="*/ 2480273 h 3307946"/>
              <a:gd name="connsiteX334" fmla="*/ 7849210 w 12192013"/>
              <a:gd name="connsiteY334" fmla="*/ 3307933 h 3307946"/>
              <a:gd name="connsiteX335" fmla="*/ 7836842 w 12192013"/>
              <a:gd name="connsiteY335" fmla="*/ 3307933 h 3307946"/>
              <a:gd name="connsiteX336" fmla="*/ 6209183 w 12192013"/>
              <a:gd name="connsiteY336" fmla="*/ 2486789 h 3307946"/>
              <a:gd name="connsiteX337" fmla="*/ 5976627 w 12192013"/>
              <a:gd name="connsiteY337" fmla="*/ 2767787 h 3307946"/>
              <a:gd name="connsiteX338" fmla="*/ 5469521 w 12192013"/>
              <a:gd name="connsiteY338" fmla="*/ 3307933 h 3307946"/>
              <a:gd name="connsiteX339" fmla="*/ 5453848 w 12192013"/>
              <a:gd name="connsiteY339" fmla="*/ 3307933 h 3307946"/>
              <a:gd name="connsiteX340" fmla="*/ 5222592 w 12192013"/>
              <a:gd name="connsiteY340" fmla="*/ 3307933 h 3307946"/>
              <a:gd name="connsiteX341" fmla="*/ 5881841 w 12192013"/>
              <a:gd name="connsiteY341" fmla="*/ 2671091 h 3307946"/>
              <a:gd name="connsiteX342" fmla="*/ 6102557 w 12192013"/>
              <a:gd name="connsiteY342" fmla="*/ 2397394 h 3307946"/>
              <a:gd name="connsiteX343" fmla="*/ 7897233 w 12192013"/>
              <a:gd name="connsiteY343" fmla="*/ 3307933 h 3307946"/>
              <a:gd name="connsiteX344" fmla="*/ 7884675 w 12192013"/>
              <a:gd name="connsiteY344" fmla="*/ 3307933 h 3307946"/>
              <a:gd name="connsiteX345" fmla="*/ 6108789 w 12192013"/>
              <a:gd name="connsiteY345" fmla="*/ 2403788 h 3307946"/>
              <a:gd name="connsiteX346" fmla="*/ 5889061 w 12192013"/>
              <a:gd name="connsiteY346" fmla="*/ 2676334 h 3307946"/>
              <a:gd name="connsiteX347" fmla="*/ 5241761 w 12192013"/>
              <a:gd name="connsiteY347" fmla="*/ 3307933 h 3307946"/>
              <a:gd name="connsiteX348" fmla="*/ 5222565 w 12192013"/>
              <a:gd name="connsiteY348" fmla="*/ 3307933 h 3307946"/>
              <a:gd name="connsiteX349" fmla="*/ 4923766 w 12192013"/>
              <a:gd name="connsiteY349" fmla="*/ 3307933 h 3307946"/>
              <a:gd name="connsiteX350" fmla="*/ 5794167 w 12192013"/>
              <a:gd name="connsiteY350" fmla="*/ 2579800 h 3307946"/>
              <a:gd name="connsiteX351" fmla="*/ 6002163 w 12192013"/>
              <a:gd name="connsiteY351" fmla="*/ 2314882 h 3307946"/>
              <a:gd name="connsiteX352" fmla="*/ 7887398 w 12192013"/>
              <a:gd name="connsiteY352" fmla="*/ 3243140 h 3307946"/>
              <a:gd name="connsiteX353" fmla="*/ 7954142 w 12192013"/>
              <a:gd name="connsiteY353" fmla="*/ 3307920 h 3307946"/>
              <a:gd name="connsiteX354" fmla="*/ 7941341 w 12192013"/>
              <a:gd name="connsiteY354" fmla="*/ 3307920 h 3307946"/>
              <a:gd name="connsiteX355" fmla="*/ 7881166 w 12192013"/>
              <a:gd name="connsiteY355" fmla="*/ 3249520 h 3307946"/>
              <a:gd name="connsiteX356" fmla="*/ 6008543 w 12192013"/>
              <a:gd name="connsiteY356" fmla="*/ 2321100 h 3307946"/>
              <a:gd name="connsiteX357" fmla="*/ 5801441 w 12192013"/>
              <a:gd name="connsiteY357" fmla="*/ 2584948 h 3307946"/>
              <a:gd name="connsiteX358" fmla="*/ 4951862 w 12192013"/>
              <a:gd name="connsiteY358" fmla="*/ 3307920 h 3307946"/>
              <a:gd name="connsiteX359" fmla="*/ 4923780 w 12192013"/>
              <a:gd name="connsiteY359" fmla="*/ 3307920 h 3307946"/>
              <a:gd name="connsiteX360" fmla="*/ 11909105 w 12192013"/>
              <a:gd name="connsiteY360" fmla="*/ 3307933 h 3307946"/>
              <a:gd name="connsiteX361" fmla="*/ 12192014 w 12192013"/>
              <a:gd name="connsiteY361" fmla="*/ 3250455 h 3307946"/>
              <a:gd name="connsiteX362" fmla="*/ 12192014 w 12192013"/>
              <a:gd name="connsiteY362" fmla="*/ 3259545 h 3307946"/>
              <a:gd name="connsiteX363" fmla="*/ 11945384 w 12192013"/>
              <a:gd name="connsiteY363" fmla="*/ 3307933 h 3307946"/>
              <a:gd name="connsiteX364" fmla="*/ 11909105 w 12192013"/>
              <a:gd name="connsiteY364" fmla="*/ 3307933 h 3307946"/>
              <a:gd name="connsiteX365" fmla="*/ 11460222 w 12192013"/>
              <a:gd name="connsiteY365" fmla="*/ 3307933 h 3307946"/>
              <a:gd name="connsiteX366" fmla="*/ 12192014 w 12192013"/>
              <a:gd name="connsiteY366" fmla="*/ 3090063 h 3307946"/>
              <a:gd name="connsiteX367" fmla="*/ 12192014 w 12192013"/>
              <a:gd name="connsiteY367" fmla="*/ 3099139 h 3307946"/>
              <a:gd name="connsiteX368" fmla="*/ 11483293 w 12192013"/>
              <a:gd name="connsiteY368" fmla="*/ 3307933 h 3307946"/>
              <a:gd name="connsiteX369" fmla="*/ 11460222 w 12192013"/>
              <a:gd name="connsiteY369" fmla="*/ 3307933 h 3307946"/>
              <a:gd name="connsiteX370" fmla="*/ 11114606 w 12192013"/>
              <a:gd name="connsiteY370" fmla="*/ 3307933 h 3307946"/>
              <a:gd name="connsiteX371" fmla="*/ 12192014 w 12192013"/>
              <a:gd name="connsiteY371" fmla="*/ 2929927 h 3307946"/>
              <a:gd name="connsiteX372" fmla="*/ 12192014 w 12192013"/>
              <a:gd name="connsiteY372" fmla="*/ 2939004 h 3307946"/>
              <a:gd name="connsiteX373" fmla="*/ 11135632 w 12192013"/>
              <a:gd name="connsiteY373" fmla="*/ 3307920 h 3307946"/>
              <a:gd name="connsiteX374" fmla="*/ 11114606 w 12192013"/>
              <a:gd name="connsiteY374" fmla="*/ 3307920 h 3307946"/>
              <a:gd name="connsiteX375" fmla="*/ 14 w 12192013"/>
              <a:gd name="connsiteY375" fmla="*/ 0 h 3307946"/>
              <a:gd name="connsiteX376" fmla="*/ 1847603 w 12192013"/>
              <a:gd name="connsiteY376" fmla="*/ 739743 h 3307946"/>
              <a:gd name="connsiteX377" fmla="*/ 2935766 w 12192013"/>
              <a:gd name="connsiteY377" fmla="*/ 1002616 h 3307946"/>
              <a:gd name="connsiteX378" fmla="*/ 3439011 w 12192013"/>
              <a:gd name="connsiteY378" fmla="*/ 1755201 h 3307946"/>
              <a:gd name="connsiteX379" fmla="*/ 3503290 w 12192013"/>
              <a:gd name="connsiteY379" fmla="*/ 1965960 h 3307946"/>
              <a:gd name="connsiteX380" fmla="*/ 3573949 w 12192013"/>
              <a:gd name="connsiteY380" fmla="*/ 2183736 h 3307946"/>
              <a:gd name="connsiteX381" fmla="*/ 3653943 w 12192013"/>
              <a:gd name="connsiteY381" fmla="*/ 2412255 h 3307946"/>
              <a:gd name="connsiteX382" fmla="*/ 3728232 w 12192013"/>
              <a:gd name="connsiteY382" fmla="*/ 2604144 h 3307946"/>
              <a:gd name="connsiteX383" fmla="*/ 3749975 w 12192013"/>
              <a:gd name="connsiteY383" fmla="*/ 2661487 h 3307946"/>
              <a:gd name="connsiteX384" fmla="*/ 3781986 w 12192013"/>
              <a:gd name="connsiteY384" fmla="*/ 2735018 h 3307946"/>
              <a:gd name="connsiteX385" fmla="*/ 3868440 w 12192013"/>
              <a:gd name="connsiteY385" fmla="*/ 2929467 h 3307946"/>
              <a:gd name="connsiteX386" fmla="*/ 4229988 w 12192013"/>
              <a:gd name="connsiteY386" fmla="*/ 3009839 h 3307946"/>
              <a:gd name="connsiteX387" fmla="*/ 5442482 w 12192013"/>
              <a:gd name="connsiteY387" fmla="*/ 2215490 h 3307946"/>
              <a:gd name="connsiteX388" fmla="*/ 5602143 w 12192013"/>
              <a:gd name="connsiteY388" fmla="*/ 1988014 h 3307946"/>
              <a:gd name="connsiteX389" fmla="*/ 7630337 w 12192013"/>
              <a:gd name="connsiteY389" fmla="*/ 2762125 h 3307946"/>
              <a:gd name="connsiteX390" fmla="*/ 8393379 w 12192013"/>
              <a:gd name="connsiteY390" fmla="*/ 3307933 h 3307946"/>
              <a:gd name="connsiteX391" fmla="*/ 8375715 w 12192013"/>
              <a:gd name="connsiteY391" fmla="*/ 3307933 h 3307946"/>
              <a:gd name="connsiteX392" fmla="*/ 7624647 w 12192013"/>
              <a:gd name="connsiteY392" fmla="*/ 2768993 h 3307946"/>
              <a:gd name="connsiteX393" fmla="*/ 5609024 w 12192013"/>
              <a:gd name="connsiteY393" fmla="*/ 1993676 h 3307946"/>
              <a:gd name="connsiteX394" fmla="*/ 5449973 w 12192013"/>
              <a:gd name="connsiteY394" fmla="*/ 2220326 h 3307946"/>
              <a:gd name="connsiteX395" fmla="*/ 4230801 w 12192013"/>
              <a:gd name="connsiteY395" fmla="*/ 3018712 h 3307946"/>
              <a:gd name="connsiteX396" fmla="*/ 3876325 w 12192013"/>
              <a:gd name="connsiteY396" fmla="*/ 2946211 h 3307946"/>
              <a:gd name="connsiteX397" fmla="*/ 3898013 w 12192013"/>
              <a:gd name="connsiteY397" fmla="*/ 2991063 h 3307946"/>
              <a:gd name="connsiteX398" fmla="*/ 4305253 w 12192013"/>
              <a:gd name="connsiteY398" fmla="*/ 3104056 h 3307946"/>
              <a:gd name="connsiteX399" fmla="*/ 5530535 w 12192013"/>
              <a:gd name="connsiteY399" fmla="*/ 2306401 h 3307946"/>
              <a:gd name="connsiteX400" fmla="*/ 5701860 w 12192013"/>
              <a:gd name="connsiteY400" fmla="*/ 2069253 h 3307946"/>
              <a:gd name="connsiteX401" fmla="*/ 7694588 w 12192013"/>
              <a:gd name="connsiteY401" fmla="*/ 2882365 h 3307946"/>
              <a:gd name="connsiteX402" fmla="*/ 8238852 w 12192013"/>
              <a:gd name="connsiteY402" fmla="*/ 3307920 h 3307946"/>
              <a:gd name="connsiteX403" fmla="*/ 8223152 w 12192013"/>
              <a:gd name="connsiteY403" fmla="*/ 3307920 h 3307946"/>
              <a:gd name="connsiteX404" fmla="*/ 7688763 w 12192013"/>
              <a:gd name="connsiteY404" fmla="*/ 2889111 h 3307946"/>
              <a:gd name="connsiteX405" fmla="*/ 5708606 w 12192013"/>
              <a:gd name="connsiteY405" fmla="*/ 2075079 h 3307946"/>
              <a:gd name="connsiteX406" fmla="*/ 5537959 w 12192013"/>
              <a:gd name="connsiteY406" fmla="*/ 2311346 h 3307946"/>
              <a:gd name="connsiteX407" fmla="*/ 4306052 w 12192013"/>
              <a:gd name="connsiteY407" fmla="*/ 3112943 h 3307946"/>
              <a:gd name="connsiteX408" fmla="*/ 3908769 w 12192013"/>
              <a:gd name="connsiteY408" fmla="*/ 3012386 h 3307946"/>
              <a:gd name="connsiteX409" fmla="*/ 3926041 w 12192013"/>
              <a:gd name="connsiteY409" fmla="*/ 3045507 h 3307946"/>
              <a:gd name="connsiteX410" fmla="*/ 4380491 w 12192013"/>
              <a:gd name="connsiteY410" fmla="*/ 3198300 h 3307946"/>
              <a:gd name="connsiteX411" fmla="*/ 5618481 w 12192013"/>
              <a:gd name="connsiteY411" fmla="*/ 2397449 h 3307946"/>
              <a:gd name="connsiteX412" fmla="*/ 5801767 w 12192013"/>
              <a:gd name="connsiteY412" fmla="*/ 2150818 h 3307946"/>
              <a:gd name="connsiteX413" fmla="*/ 7758840 w 12192013"/>
              <a:gd name="connsiteY413" fmla="*/ 3002605 h 3307946"/>
              <a:gd name="connsiteX414" fmla="*/ 8119696 w 12192013"/>
              <a:gd name="connsiteY414" fmla="*/ 3307907 h 3307946"/>
              <a:gd name="connsiteX415" fmla="*/ 8105391 w 12192013"/>
              <a:gd name="connsiteY415" fmla="*/ 3307907 h 3307946"/>
              <a:gd name="connsiteX416" fmla="*/ 7752893 w 12192013"/>
              <a:gd name="connsiteY416" fmla="*/ 3009243 h 3307946"/>
              <a:gd name="connsiteX417" fmla="*/ 5808404 w 12192013"/>
              <a:gd name="connsiteY417" fmla="*/ 2156778 h 3307946"/>
              <a:gd name="connsiteX418" fmla="*/ 5625877 w 12192013"/>
              <a:gd name="connsiteY418" fmla="*/ 2402461 h 3307946"/>
              <a:gd name="connsiteX419" fmla="*/ 4381331 w 12192013"/>
              <a:gd name="connsiteY419" fmla="*/ 3207187 h 3307946"/>
              <a:gd name="connsiteX420" fmla="*/ 3941051 w 12192013"/>
              <a:gd name="connsiteY420" fmla="*/ 3073671 h 3307946"/>
              <a:gd name="connsiteX421" fmla="*/ 3946469 w 12192013"/>
              <a:gd name="connsiteY421" fmla="*/ 3083655 h 3307946"/>
              <a:gd name="connsiteX422" fmla="*/ 3949409 w 12192013"/>
              <a:gd name="connsiteY422" fmla="*/ 3088911 h 3307946"/>
              <a:gd name="connsiteX423" fmla="*/ 4455770 w 12192013"/>
              <a:gd name="connsiteY423" fmla="*/ 3292531 h 3307946"/>
              <a:gd name="connsiteX424" fmla="*/ 5706371 w 12192013"/>
              <a:gd name="connsiteY424" fmla="*/ 2488550 h 3307946"/>
              <a:gd name="connsiteX425" fmla="*/ 5901904 w 12192013"/>
              <a:gd name="connsiteY425" fmla="*/ 2232667 h 3307946"/>
              <a:gd name="connsiteX426" fmla="*/ 7823146 w 12192013"/>
              <a:gd name="connsiteY426" fmla="*/ 3122886 h 3307946"/>
              <a:gd name="connsiteX427" fmla="*/ 8026847 w 12192013"/>
              <a:gd name="connsiteY427" fmla="*/ 3307907 h 3307946"/>
              <a:gd name="connsiteX428" fmla="*/ 8013409 w 12192013"/>
              <a:gd name="connsiteY428" fmla="*/ 3307907 h 3307946"/>
              <a:gd name="connsiteX429" fmla="*/ 7817050 w 12192013"/>
              <a:gd name="connsiteY429" fmla="*/ 3129375 h 3307946"/>
              <a:gd name="connsiteX430" fmla="*/ 5908406 w 12192013"/>
              <a:gd name="connsiteY430" fmla="*/ 2238763 h 3307946"/>
              <a:gd name="connsiteX431" fmla="*/ 5713713 w 12192013"/>
              <a:gd name="connsiteY431" fmla="*/ 2493657 h 3307946"/>
              <a:gd name="connsiteX432" fmla="*/ 4456610 w 12192013"/>
              <a:gd name="connsiteY432" fmla="*/ 3301431 h 3307946"/>
              <a:gd name="connsiteX433" fmla="*/ 3980797 w 12192013"/>
              <a:gd name="connsiteY433" fmla="*/ 3139156 h 3307946"/>
              <a:gd name="connsiteX434" fmla="*/ 4154316 w 12192013"/>
              <a:gd name="connsiteY434" fmla="*/ 3307907 h 3307946"/>
              <a:gd name="connsiteX435" fmla="*/ 4137193 w 12192013"/>
              <a:gd name="connsiteY435" fmla="*/ 3307907 h 3307946"/>
              <a:gd name="connsiteX436" fmla="*/ 4025961 w 12192013"/>
              <a:gd name="connsiteY436" fmla="*/ 3210086 h 3307946"/>
              <a:gd name="connsiteX437" fmla="*/ 4107295 w 12192013"/>
              <a:gd name="connsiteY437" fmla="*/ 3307907 h 3307946"/>
              <a:gd name="connsiteX438" fmla="*/ 4094494 w 12192013"/>
              <a:gd name="connsiteY438" fmla="*/ 3307907 h 3307946"/>
              <a:gd name="connsiteX439" fmla="*/ 4058473 w 12192013"/>
              <a:gd name="connsiteY439" fmla="*/ 3267239 h 3307946"/>
              <a:gd name="connsiteX440" fmla="*/ 4088411 w 12192013"/>
              <a:gd name="connsiteY440" fmla="*/ 3307907 h 3307946"/>
              <a:gd name="connsiteX441" fmla="*/ 4076951 w 12192013"/>
              <a:gd name="connsiteY441" fmla="*/ 3307907 h 3307946"/>
              <a:gd name="connsiteX442" fmla="*/ 4056427 w 12192013"/>
              <a:gd name="connsiteY442" fmla="*/ 3280014 h 3307946"/>
              <a:gd name="connsiteX443" fmla="*/ 4075366 w 12192013"/>
              <a:gd name="connsiteY443" fmla="*/ 3307907 h 3307946"/>
              <a:gd name="connsiteX444" fmla="*/ 4064461 w 12192013"/>
              <a:gd name="connsiteY444" fmla="*/ 3307907 h 3307946"/>
              <a:gd name="connsiteX445" fmla="*/ 3901264 w 12192013"/>
              <a:gd name="connsiteY445" fmla="*/ 3038382 h 3307946"/>
              <a:gd name="connsiteX446" fmla="*/ 3884371 w 12192013"/>
              <a:gd name="connsiteY446" fmla="*/ 3011952 h 3307946"/>
              <a:gd name="connsiteX447" fmla="*/ 3831715 w 12192013"/>
              <a:gd name="connsiteY447" fmla="*/ 2936877 h 3307946"/>
              <a:gd name="connsiteX448" fmla="*/ 3774549 w 12192013"/>
              <a:gd name="connsiteY448" fmla="*/ 2857128 h 3307946"/>
              <a:gd name="connsiteX449" fmla="*/ 3629355 w 12192013"/>
              <a:gd name="connsiteY449" fmla="*/ 2595392 h 3307946"/>
              <a:gd name="connsiteX450" fmla="*/ 3135579 w 12192013"/>
              <a:gd name="connsiteY450" fmla="*/ 2187286 h 3307946"/>
              <a:gd name="connsiteX451" fmla="*/ 2170312 w 12192013"/>
              <a:gd name="connsiteY451" fmla="*/ 1889530 h 3307946"/>
              <a:gd name="connsiteX452" fmla="*/ 225484 w 12192013"/>
              <a:gd name="connsiteY452" fmla="*/ 953089 h 3307946"/>
              <a:gd name="connsiteX453" fmla="*/ 68 w 12192013"/>
              <a:gd name="connsiteY453" fmla="*/ 733295 h 3307946"/>
              <a:gd name="connsiteX454" fmla="*/ 68 w 12192013"/>
              <a:gd name="connsiteY454" fmla="*/ 721306 h 3307946"/>
              <a:gd name="connsiteX455" fmla="*/ 231932 w 12192013"/>
              <a:gd name="connsiteY455" fmla="*/ 946939 h 3307946"/>
              <a:gd name="connsiteX456" fmla="*/ 232000 w 12192013"/>
              <a:gd name="connsiteY456" fmla="*/ 947007 h 3307946"/>
              <a:gd name="connsiteX457" fmla="*/ 2172547 w 12192013"/>
              <a:gd name="connsiteY457" fmla="*/ 1880887 h 3307946"/>
              <a:gd name="connsiteX458" fmla="*/ 3139034 w 12192013"/>
              <a:gd name="connsiteY458" fmla="*/ 2179036 h 3307946"/>
              <a:gd name="connsiteX459" fmla="*/ 3619290 w 12192013"/>
              <a:gd name="connsiteY459" fmla="*/ 2567080 h 3307946"/>
              <a:gd name="connsiteX460" fmla="*/ 3574342 w 12192013"/>
              <a:gd name="connsiteY460" fmla="*/ 2416739 h 3307946"/>
              <a:gd name="connsiteX461" fmla="*/ 3106549 w 12192013"/>
              <a:gd name="connsiteY461" fmla="*/ 2019212 h 3307946"/>
              <a:gd name="connsiteX462" fmla="*/ 2122004 w 12192013"/>
              <a:gd name="connsiteY462" fmla="*/ 1725588 h 3307946"/>
              <a:gd name="connsiteX463" fmla="*/ 166597 w 12192013"/>
              <a:gd name="connsiteY463" fmla="*/ 785761 h 3307946"/>
              <a:gd name="connsiteX464" fmla="*/ 14 w 12192013"/>
              <a:gd name="connsiteY464" fmla="*/ 612201 h 3307946"/>
              <a:gd name="connsiteX465" fmla="*/ 14 w 12192013"/>
              <a:gd name="connsiteY465" fmla="*/ 599711 h 3307946"/>
              <a:gd name="connsiteX466" fmla="*/ 173275 w 12192013"/>
              <a:gd name="connsiteY466" fmla="*/ 779841 h 3307946"/>
              <a:gd name="connsiteX467" fmla="*/ 173357 w 12192013"/>
              <a:gd name="connsiteY467" fmla="*/ 779922 h 3307946"/>
              <a:gd name="connsiteX468" fmla="*/ 2124077 w 12192013"/>
              <a:gd name="connsiteY468" fmla="*/ 1716986 h 3307946"/>
              <a:gd name="connsiteX469" fmla="*/ 3109935 w 12192013"/>
              <a:gd name="connsiteY469" fmla="*/ 2011003 h 3307946"/>
              <a:gd name="connsiteX470" fmla="*/ 3568057 w 12192013"/>
              <a:gd name="connsiteY470" fmla="*/ 2392518 h 3307946"/>
              <a:gd name="connsiteX471" fmla="*/ 3538010 w 12192013"/>
              <a:gd name="connsiteY471" fmla="*/ 2263662 h 3307946"/>
              <a:gd name="connsiteX472" fmla="*/ 3077478 w 12192013"/>
              <a:gd name="connsiteY472" fmla="*/ 1851193 h 3307946"/>
              <a:gd name="connsiteX473" fmla="*/ 2074577 w 12192013"/>
              <a:gd name="connsiteY473" fmla="*/ 1562148 h 3307946"/>
              <a:gd name="connsiteX474" fmla="*/ 107859 w 12192013"/>
              <a:gd name="connsiteY474" fmla="*/ 618487 h 3307946"/>
              <a:gd name="connsiteX475" fmla="*/ 107859 w 12192013"/>
              <a:gd name="connsiteY475" fmla="*/ 618487 h 3307946"/>
              <a:gd name="connsiteX476" fmla="*/ 14 w 12192013"/>
              <a:gd name="connsiteY476" fmla="*/ 498233 h 3307946"/>
              <a:gd name="connsiteX477" fmla="*/ 14 w 12192013"/>
              <a:gd name="connsiteY477" fmla="*/ 485187 h 3307946"/>
              <a:gd name="connsiteX478" fmla="*/ 114659 w 12192013"/>
              <a:gd name="connsiteY478" fmla="*/ 612716 h 3307946"/>
              <a:gd name="connsiteX479" fmla="*/ 114727 w 12192013"/>
              <a:gd name="connsiteY479" fmla="*/ 612784 h 3307946"/>
              <a:gd name="connsiteX480" fmla="*/ 2076569 w 12192013"/>
              <a:gd name="connsiteY480" fmla="*/ 1553437 h 3307946"/>
              <a:gd name="connsiteX481" fmla="*/ 3080919 w 12192013"/>
              <a:gd name="connsiteY481" fmla="*/ 1842943 h 3307946"/>
              <a:gd name="connsiteX482" fmla="*/ 3532686 w 12192013"/>
              <a:gd name="connsiteY482" fmla="*/ 2238844 h 3307946"/>
              <a:gd name="connsiteX483" fmla="*/ 3508939 w 12192013"/>
              <a:gd name="connsiteY483" fmla="*/ 2123860 h 3307946"/>
              <a:gd name="connsiteX484" fmla="*/ 3048474 w 12192013"/>
              <a:gd name="connsiteY484" fmla="*/ 1683106 h 3307946"/>
              <a:gd name="connsiteX485" fmla="*/ 2027909 w 12192013"/>
              <a:gd name="connsiteY485" fmla="*/ 1398964 h 3307946"/>
              <a:gd name="connsiteX486" fmla="*/ 49161 w 12192013"/>
              <a:gd name="connsiteY486" fmla="*/ 451253 h 3307946"/>
              <a:gd name="connsiteX487" fmla="*/ 14 w 12192013"/>
              <a:gd name="connsiteY487" fmla="*/ 392528 h 3307946"/>
              <a:gd name="connsiteX488" fmla="*/ 14 w 12192013"/>
              <a:gd name="connsiteY488" fmla="*/ 378805 h 3307946"/>
              <a:gd name="connsiteX489" fmla="*/ 56056 w 12192013"/>
              <a:gd name="connsiteY489" fmla="*/ 445591 h 3307946"/>
              <a:gd name="connsiteX490" fmla="*/ 56097 w 12192013"/>
              <a:gd name="connsiteY490" fmla="*/ 445631 h 3307946"/>
              <a:gd name="connsiteX491" fmla="*/ 2029792 w 12192013"/>
              <a:gd name="connsiteY491" fmla="*/ 1390240 h 3307946"/>
              <a:gd name="connsiteX492" fmla="*/ 3051861 w 12192013"/>
              <a:gd name="connsiteY492" fmla="*/ 1674869 h 3307946"/>
              <a:gd name="connsiteX493" fmla="*/ 3503331 w 12192013"/>
              <a:gd name="connsiteY493" fmla="*/ 2096076 h 3307946"/>
              <a:gd name="connsiteX494" fmla="*/ 3499389 w 12192013"/>
              <a:gd name="connsiteY494" fmla="*/ 2076406 h 3307946"/>
              <a:gd name="connsiteX495" fmla="*/ 3482713 w 12192013"/>
              <a:gd name="connsiteY495" fmla="*/ 1993771 h 3307946"/>
              <a:gd name="connsiteX496" fmla="*/ 3019457 w 12192013"/>
              <a:gd name="connsiteY496" fmla="*/ 1515046 h 3307946"/>
              <a:gd name="connsiteX497" fmla="*/ 1981810 w 12192013"/>
              <a:gd name="connsiteY497" fmla="*/ 1236052 h 3307946"/>
              <a:gd name="connsiteX498" fmla="*/ 14 w 12192013"/>
              <a:gd name="connsiteY498" fmla="*/ 296293 h 3307946"/>
              <a:gd name="connsiteX499" fmla="*/ 14 w 12192013"/>
              <a:gd name="connsiteY499" fmla="*/ 281771 h 3307946"/>
              <a:gd name="connsiteX500" fmla="*/ 1983598 w 12192013"/>
              <a:gd name="connsiteY500" fmla="*/ 1227328 h 3307946"/>
              <a:gd name="connsiteX501" fmla="*/ 3022857 w 12192013"/>
              <a:gd name="connsiteY501" fmla="*/ 1506809 h 3307946"/>
              <a:gd name="connsiteX502" fmla="*/ 3475790 w 12192013"/>
              <a:gd name="connsiteY502" fmla="*/ 1960027 h 3307946"/>
              <a:gd name="connsiteX503" fmla="*/ 3457069 w 12192013"/>
              <a:gd name="connsiteY503" fmla="*/ 1872041 h 3307946"/>
              <a:gd name="connsiteX504" fmla="*/ 2990440 w 12192013"/>
              <a:gd name="connsiteY504" fmla="*/ 1347013 h 3307946"/>
              <a:gd name="connsiteX505" fmla="*/ 1936212 w 12192013"/>
              <a:gd name="connsiteY505" fmla="*/ 1073397 h 3307946"/>
              <a:gd name="connsiteX506" fmla="*/ 14 w 12192013"/>
              <a:gd name="connsiteY506" fmla="*/ 204392 h 3307946"/>
              <a:gd name="connsiteX507" fmla="*/ 14 w 12192013"/>
              <a:gd name="connsiteY507" fmla="*/ 190263 h 3307946"/>
              <a:gd name="connsiteX508" fmla="*/ 1937891 w 12192013"/>
              <a:gd name="connsiteY508" fmla="*/ 1064633 h 3307946"/>
              <a:gd name="connsiteX509" fmla="*/ 2993813 w 12192013"/>
              <a:gd name="connsiteY509" fmla="*/ 1338749 h 3307946"/>
              <a:gd name="connsiteX510" fmla="*/ 3446611 w 12192013"/>
              <a:gd name="connsiteY510" fmla="*/ 1825535 h 3307946"/>
              <a:gd name="connsiteX511" fmla="*/ 3430558 w 12192013"/>
              <a:gd name="connsiteY511" fmla="*/ 1758141 h 3307946"/>
              <a:gd name="connsiteX512" fmla="*/ 2961396 w 12192013"/>
              <a:gd name="connsiteY512" fmla="*/ 1178953 h 3307946"/>
              <a:gd name="connsiteX513" fmla="*/ 1891006 w 12192013"/>
              <a:gd name="connsiteY513" fmla="*/ 910891 h 3307946"/>
              <a:gd name="connsiteX514" fmla="*/ 14 w 12192013"/>
              <a:gd name="connsiteY514" fmla="*/ 109999 h 3307946"/>
              <a:gd name="connsiteX515" fmla="*/ 14 w 12192013"/>
              <a:gd name="connsiteY515" fmla="*/ 96547 h 3307946"/>
              <a:gd name="connsiteX516" fmla="*/ 1892578 w 12192013"/>
              <a:gd name="connsiteY516" fmla="*/ 902100 h 3307946"/>
              <a:gd name="connsiteX517" fmla="*/ 2964797 w 12192013"/>
              <a:gd name="connsiteY517" fmla="*/ 1170676 h 3307946"/>
              <a:gd name="connsiteX518" fmla="*/ 3408436 w 12192013"/>
              <a:gd name="connsiteY518" fmla="*/ 1673894 h 3307946"/>
              <a:gd name="connsiteX519" fmla="*/ 2932379 w 12192013"/>
              <a:gd name="connsiteY519" fmla="*/ 1010879 h 3307946"/>
              <a:gd name="connsiteX520" fmla="*/ 1846140 w 12192013"/>
              <a:gd name="connsiteY520" fmla="*/ 748521 h 3307946"/>
              <a:gd name="connsiteX521" fmla="*/ 14 w 12192013"/>
              <a:gd name="connsiteY521" fmla="*/ 13032 h 3307946"/>
              <a:gd name="connsiteX522" fmla="*/ 14 w 12192013"/>
              <a:gd name="connsiteY522" fmla="*/ 0 h 3307946"/>
              <a:gd name="connsiteX523" fmla="*/ 636761 w 12192013"/>
              <a:gd name="connsiteY523" fmla="*/ 2124023 h 3307946"/>
              <a:gd name="connsiteX524" fmla="*/ 636734 w 12192013"/>
              <a:gd name="connsiteY524" fmla="*/ 2124023 h 330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</a:cxnLst>
            <a:rect l="l" t="t" r="r" b="b"/>
            <a:pathLst>
              <a:path w="12192013" h="3307946">
                <a:moveTo>
                  <a:pt x="3853499" y="2935468"/>
                </a:moveTo>
                <a:lnTo>
                  <a:pt x="3849936" y="2927855"/>
                </a:lnTo>
                <a:lnTo>
                  <a:pt x="3848622" y="2926852"/>
                </a:lnTo>
                <a:lnTo>
                  <a:pt x="3853499" y="2935481"/>
                </a:lnTo>
                <a:close/>
                <a:moveTo>
                  <a:pt x="3777204" y="2769196"/>
                </a:moveTo>
                <a:cubicBezTo>
                  <a:pt x="3795695" y="2816244"/>
                  <a:pt x="3815121" y="2861611"/>
                  <a:pt x="3836077" y="2904622"/>
                </a:cubicBezTo>
                <a:cubicBezTo>
                  <a:pt x="3837798" y="2906072"/>
                  <a:pt x="3839505" y="2907494"/>
                  <a:pt x="3841225" y="2908889"/>
                </a:cubicBezTo>
                <a:cubicBezTo>
                  <a:pt x="3828397" y="2880658"/>
                  <a:pt x="3815961" y="2851749"/>
                  <a:pt x="3803755" y="2822299"/>
                </a:cubicBezTo>
                <a:cubicBezTo>
                  <a:pt x="3794977" y="2804634"/>
                  <a:pt x="3786131" y="2786902"/>
                  <a:pt x="3777204" y="2769196"/>
                </a:cubicBezTo>
                <a:close/>
                <a:moveTo>
                  <a:pt x="3726079" y="2629313"/>
                </a:moveTo>
                <a:cubicBezTo>
                  <a:pt x="3733678" y="2651367"/>
                  <a:pt x="3741359" y="2673204"/>
                  <a:pt x="3749176" y="2694771"/>
                </a:cubicBezTo>
                <a:cubicBezTo>
                  <a:pt x="3754486" y="2704944"/>
                  <a:pt x="3759728" y="2715159"/>
                  <a:pt x="3764957" y="2725373"/>
                </a:cubicBezTo>
                <a:cubicBezTo>
                  <a:pt x="3757100" y="2705161"/>
                  <a:pt x="3749284" y="2684773"/>
                  <a:pt x="3741495" y="2664291"/>
                </a:cubicBezTo>
                <a:cubicBezTo>
                  <a:pt x="3736374" y="2652641"/>
                  <a:pt x="3731253" y="2640991"/>
                  <a:pt x="3726079" y="2629313"/>
                </a:cubicBezTo>
                <a:close/>
                <a:moveTo>
                  <a:pt x="3793744" y="2849216"/>
                </a:moveTo>
                <a:cubicBezTo>
                  <a:pt x="3799081" y="2859999"/>
                  <a:pt x="3804541" y="2870593"/>
                  <a:pt x="3810136" y="2880997"/>
                </a:cubicBezTo>
                <a:cubicBezTo>
                  <a:pt x="3811666" y="2882501"/>
                  <a:pt x="3813184" y="2883991"/>
                  <a:pt x="3814741" y="2885454"/>
                </a:cubicBezTo>
                <a:cubicBezTo>
                  <a:pt x="3807806" y="2873384"/>
                  <a:pt x="3800815" y="2861286"/>
                  <a:pt x="3793744" y="2849216"/>
                </a:cubicBezTo>
                <a:close/>
                <a:moveTo>
                  <a:pt x="3707140" y="2634664"/>
                </a:moveTo>
                <a:cubicBezTo>
                  <a:pt x="3723572" y="2683270"/>
                  <a:pt x="3740926" y="2730263"/>
                  <a:pt x="3759810" y="2774981"/>
                </a:cubicBezTo>
                <a:cubicBezTo>
                  <a:pt x="3770376" y="2792280"/>
                  <a:pt x="3780793" y="2809660"/>
                  <a:pt x="3791075" y="2827081"/>
                </a:cubicBezTo>
                <a:cubicBezTo>
                  <a:pt x="3773519" y="2785547"/>
                  <a:pt x="3756924" y="2742414"/>
                  <a:pt x="3740899" y="2698185"/>
                </a:cubicBezTo>
                <a:cubicBezTo>
                  <a:pt x="3729831" y="2676930"/>
                  <a:pt x="3718601" y="2655756"/>
                  <a:pt x="3707140" y="2634664"/>
                </a:cubicBezTo>
                <a:close/>
                <a:moveTo>
                  <a:pt x="3661407" y="2488861"/>
                </a:moveTo>
                <a:cubicBezTo>
                  <a:pt x="3671431" y="2522796"/>
                  <a:pt x="3681645" y="2556283"/>
                  <a:pt x="3692185" y="2589161"/>
                </a:cubicBezTo>
                <a:cubicBezTo>
                  <a:pt x="3701816" y="2606243"/>
                  <a:pt x="3711259" y="2623434"/>
                  <a:pt x="3720565" y="2640679"/>
                </a:cubicBezTo>
                <a:cubicBezTo>
                  <a:pt x="3709904" y="2609901"/>
                  <a:pt x="3699419" y="2578676"/>
                  <a:pt x="3688974" y="2547193"/>
                </a:cubicBezTo>
                <a:cubicBezTo>
                  <a:pt x="3679952" y="2527673"/>
                  <a:pt x="3670781" y="2508206"/>
                  <a:pt x="3661407" y="2488848"/>
                </a:cubicBezTo>
                <a:close/>
                <a:moveTo>
                  <a:pt x="3627933" y="2372468"/>
                </a:moveTo>
                <a:cubicBezTo>
                  <a:pt x="3634286" y="2394956"/>
                  <a:pt x="3640653" y="2417335"/>
                  <a:pt x="3647047" y="2439565"/>
                </a:cubicBezTo>
                <a:cubicBezTo>
                  <a:pt x="3653590" y="2452556"/>
                  <a:pt x="3660052" y="2465615"/>
                  <a:pt x="3666405" y="2478729"/>
                </a:cubicBezTo>
                <a:lnTo>
                  <a:pt x="3665322" y="2475410"/>
                </a:lnTo>
                <a:cubicBezTo>
                  <a:pt x="3658792" y="2455510"/>
                  <a:pt x="3652236" y="2435542"/>
                  <a:pt x="3645625" y="2415560"/>
                </a:cubicBezTo>
                <a:cubicBezTo>
                  <a:pt x="3639813" y="2401147"/>
                  <a:pt x="3633921" y="2386787"/>
                  <a:pt x="3627947" y="2372468"/>
                </a:cubicBezTo>
                <a:close/>
                <a:moveTo>
                  <a:pt x="3512095" y="2034913"/>
                </a:moveTo>
                <a:cubicBezTo>
                  <a:pt x="3506460" y="2012831"/>
                  <a:pt x="3500730" y="1990805"/>
                  <a:pt x="3494810" y="1968886"/>
                </a:cubicBezTo>
                <a:cubicBezTo>
                  <a:pt x="3488917" y="1952684"/>
                  <a:pt x="3482875" y="1936591"/>
                  <a:pt x="3476657" y="1920633"/>
                </a:cubicBezTo>
                <a:cubicBezTo>
                  <a:pt x="3481602" y="1943974"/>
                  <a:pt x="3486438" y="1967355"/>
                  <a:pt x="3491193" y="1990723"/>
                </a:cubicBezTo>
                <a:cubicBezTo>
                  <a:pt x="3498332" y="2005313"/>
                  <a:pt x="3505295" y="2020052"/>
                  <a:pt x="3512095" y="2034913"/>
                </a:cubicBezTo>
                <a:close/>
                <a:moveTo>
                  <a:pt x="3546450" y="2174470"/>
                </a:moveTo>
                <a:cubicBezTo>
                  <a:pt x="3539365" y="2145033"/>
                  <a:pt x="3532226" y="2115529"/>
                  <a:pt x="3524938" y="2086065"/>
                </a:cubicBezTo>
                <a:cubicBezTo>
                  <a:pt x="3516403" y="2066124"/>
                  <a:pt x="3507625" y="2046387"/>
                  <a:pt x="3498535" y="2026893"/>
                </a:cubicBezTo>
                <a:lnTo>
                  <a:pt x="3508153" y="2074672"/>
                </a:lnTo>
                <a:lnTo>
                  <a:pt x="3517379" y="2120555"/>
                </a:lnTo>
                <a:cubicBezTo>
                  <a:pt x="3527363" y="2138301"/>
                  <a:pt x="3537035" y="2156277"/>
                  <a:pt x="3546463" y="2174470"/>
                </a:cubicBezTo>
                <a:close/>
                <a:moveTo>
                  <a:pt x="3580831" y="2316846"/>
                </a:moveTo>
                <a:cubicBezTo>
                  <a:pt x="3572310" y="2282248"/>
                  <a:pt x="3563939" y="2247311"/>
                  <a:pt x="3555512" y="2212225"/>
                </a:cubicBezTo>
                <a:cubicBezTo>
                  <a:pt x="3545109" y="2191214"/>
                  <a:pt x="3534407" y="2170447"/>
                  <a:pt x="3523326" y="2149964"/>
                </a:cubicBezTo>
                <a:cubicBezTo>
                  <a:pt x="3530871" y="2187055"/>
                  <a:pt x="3538511" y="2223834"/>
                  <a:pt x="3546395" y="2260126"/>
                </a:cubicBezTo>
                <a:cubicBezTo>
                  <a:pt x="3558195" y="2278780"/>
                  <a:pt x="3569669" y="2297691"/>
                  <a:pt x="3580818" y="2316859"/>
                </a:cubicBezTo>
                <a:close/>
                <a:moveTo>
                  <a:pt x="3620347" y="2469449"/>
                </a:moveTo>
                <a:cubicBezTo>
                  <a:pt x="3609387" y="2429947"/>
                  <a:pt x="3598916" y="2389605"/>
                  <a:pt x="3588702" y="2348694"/>
                </a:cubicBezTo>
                <a:cubicBezTo>
                  <a:pt x="3576889" y="2327629"/>
                  <a:pt x="3564724" y="2306821"/>
                  <a:pt x="3552166" y="2286325"/>
                </a:cubicBezTo>
                <a:cubicBezTo>
                  <a:pt x="3561771" y="2329444"/>
                  <a:pt x="3571809" y="2371778"/>
                  <a:pt x="3582565" y="2413000"/>
                </a:cubicBezTo>
                <a:cubicBezTo>
                  <a:pt x="3595502" y="2431559"/>
                  <a:pt x="3608073" y="2450402"/>
                  <a:pt x="3620347" y="2469449"/>
                </a:cubicBezTo>
                <a:close/>
                <a:moveTo>
                  <a:pt x="3675048" y="2643984"/>
                </a:moveTo>
                <a:cubicBezTo>
                  <a:pt x="3658359" y="2597736"/>
                  <a:pt x="3643146" y="2549401"/>
                  <a:pt x="3628827" y="2499536"/>
                </a:cubicBezTo>
                <a:cubicBezTo>
                  <a:pt x="3616066" y="2479067"/>
                  <a:pt x="3602939" y="2458801"/>
                  <a:pt x="3589460" y="2438847"/>
                </a:cubicBezTo>
                <a:cubicBezTo>
                  <a:pt x="3603928" y="2492045"/>
                  <a:pt x="3619778" y="2543197"/>
                  <a:pt x="3637605" y="2591572"/>
                </a:cubicBezTo>
                <a:cubicBezTo>
                  <a:pt x="3650366" y="2608831"/>
                  <a:pt x="3662843" y="2626319"/>
                  <a:pt x="3675048" y="2643971"/>
                </a:cubicBezTo>
                <a:close/>
                <a:moveTo>
                  <a:pt x="3742362" y="2800394"/>
                </a:moveTo>
                <a:cubicBezTo>
                  <a:pt x="3722624" y="2762396"/>
                  <a:pt x="3704743" y="2721851"/>
                  <a:pt x="3688270" y="2679314"/>
                </a:cubicBezTo>
                <a:cubicBezTo>
                  <a:pt x="3675780" y="2660620"/>
                  <a:pt x="3663032" y="2642115"/>
                  <a:pt x="3649960" y="2623813"/>
                </a:cubicBezTo>
                <a:cubicBezTo>
                  <a:pt x="3675997" y="2689041"/>
                  <a:pt x="3706219" y="2748578"/>
                  <a:pt x="3742362" y="2800394"/>
                </a:cubicBezTo>
                <a:close/>
                <a:moveTo>
                  <a:pt x="3838543" y="2930429"/>
                </a:moveTo>
                <a:lnTo>
                  <a:pt x="3839166" y="2931160"/>
                </a:lnTo>
                <a:cubicBezTo>
                  <a:pt x="3835847" y="2924631"/>
                  <a:pt x="3832528" y="2918020"/>
                  <a:pt x="3829291" y="2911368"/>
                </a:cubicBezTo>
                <a:lnTo>
                  <a:pt x="3825037" y="2907724"/>
                </a:lnTo>
                <a:cubicBezTo>
                  <a:pt x="3829467" y="2915392"/>
                  <a:pt x="3833964" y="2922978"/>
                  <a:pt x="3838543" y="2930429"/>
                </a:cubicBezTo>
                <a:close/>
                <a:moveTo>
                  <a:pt x="3713995" y="2718559"/>
                </a:moveTo>
                <a:cubicBezTo>
                  <a:pt x="3734112" y="2765755"/>
                  <a:pt x="3756355" y="2809958"/>
                  <a:pt x="3781322" y="2850463"/>
                </a:cubicBezTo>
                <a:cubicBezTo>
                  <a:pt x="3783476" y="2852915"/>
                  <a:pt x="3785630" y="2855367"/>
                  <a:pt x="3787824" y="2857791"/>
                </a:cubicBezTo>
                <a:cubicBezTo>
                  <a:pt x="3775050" y="2832229"/>
                  <a:pt x="3762953" y="2805704"/>
                  <a:pt x="3751411" y="2778327"/>
                </a:cubicBezTo>
                <a:cubicBezTo>
                  <a:pt x="3739178" y="2758291"/>
                  <a:pt x="3726702" y="2738350"/>
                  <a:pt x="3713995" y="2718559"/>
                </a:cubicBezTo>
                <a:close/>
                <a:moveTo>
                  <a:pt x="3646817" y="2528946"/>
                </a:moveTo>
                <a:cubicBezTo>
                  <a:pt x="3662111" y="2579868"/>
                  <a:pt x="3678503" y="2629015"/>
                  <a:pt x="3696601" y="2675684"/>
                </a:cubicBezTo>
                <a:cubicBezTo>
                  <a:pt x="3708671" y="2693768"/>
                  <a:pt x="3720484" y="2711989"/>
                  <a:pt x="3732093" y="2730317"/>
                </a:cubicBezTo>
                <a:cubicBezTo>
                  <a:pt x="3714997" y="2686074"/>
                  <a:pt x="3699080" y="2640002"/>
                  <a:pt x="3683908" y="2592629"/>
                </a:cubicBezTo>
                <a:cubicBezTo>
                  <a:pt x="3671838" y="2571225"/>
                  <a:pt x="3659497" y="2549957"/>
                  <a:pt x="3646831" y="2528946"/>
                </a:cubicBezTo>
                <a:close/>
                <a:moveTo>
                  <a:pt x="3605771" y="2379675"/>
                </a:moveTo>
                <a:cubicBezTo>
                  <a:pt x="3615849" y="2419137"/>
                  <a:pt x="3626213" y="2458016"/>
                  <a:pt x="3637118" y="2495987"/>
                </a:cubicBezTo>
                <a:cubicBezTo>
                  <a:pt x="3648808" y="2514763"/>
                  <a:pt x="3660201" y="2533742"/>
                  <a:pt x="3671377" y="2552856"/>
                </a:cubicBezTo>
                <a:cubicBezTo>
                  <a:pt x="3660228" y="2516754"/>
                  <a:pt x="3649404" y="2480015"/>
                  <a:pt x="3638703" y="2442857"/>
                </a:cubicBezTo>
                <a:cubicBezTo>
                  <a:pt x="3627987" y="2421616"/>
                  <a:pt x="3617028" y="2400537"/>
                  <a:pt x="3605771" y="2379675"/>
                </a:cubicBezTo>
                <a:close/>
                <a:moveTo>
                  <a:pt x="3573814" y="2250074"/>
                </a:moveTo>
                <a:cubicBezTo>
                  <a:pt x="3581509" y="2282072"/>
                  <a:pt x="3589230" y="2313866"/>
                  <a:pt x="3597087" y="2345321"/>
                </a:cubicBezTo>
                <a:cubicBezTo>
                  <a:pt x="3607003" y="2363013"/>
                  <a:pt x="3616676" y="2380895"/>
                  <a:pt x="3626145" y="2398912"/>
                </a:cubicBezTo>
                <a:cubicBezTo>
                  <a:pt x="3620862" y="2380326"/>
                  <a:pt x="3615605" y="2361672"/>
                  <a:pt x="3610322" y="2342937"/>
                </a:cubicBezTo>
                <a:lnTo>
                  <a:pt x="3600799" y="2309192"/>
                </a:lnTo>
                <a:cubicBezTo>
                  <a:pt x="3592007" y="2289333"/>
                  <a:pt x="3583039" y="2269622"/>
                  <a:pt x="3573814" y="2250074"/>
                </a:cubicBezTo>
                <a:close/>
                <a:moveTo>
                  <a:pt x="3547425" y="2140346"/>
                </a:moveTo>
                <a:cubicBezTo>
                  <a:pt x="3552884" y="2162874"/>
                  <a:pt x="3558276" y="2185403"/>
                  <a:pt x="3563667" y="2207863"/>
                </a:cubicBezTo>
                <a:lnTo>
                  <a:pt x="3563952" y="2209055"/>
                </a:lnTo>
                <a:cubicBezTo>
                  <a:pt x="3570888" y="2223089"/>
                  <a:pt x="3577702" y="2237232"/>
                  <a:pt x="3584367" y="2251470"/>
                </a:cubicBezTo>
                <a:cubicBezTo>
                  <a:pt x="3578163" y="2229849"/>
                  <a:pt x="3571904" y="2208242"/>
                  <a:pt x="3565510" y="2186662"/>
                </a:cubicBezTo>
                <a:cubicBezTo>
                  <a:pt x="3559590" y="2171151"/>
                  <a:pt x="3553589" y="2155695"/>
                  <a:pt x="3547425" y="2140360"/>
                </a:cubicBezTo>
                <a:close/>
                <a:moveTo>
                  <a:pt x="3532375" y="2078939"/>
                </a:moveTo>
                <a:lnTo>
                  <a:pt x="3533431" y="2083166"/>
                </a:lnTo>
                <a:lnTo>
                  <a:pt x="3534651" y="2086024"/>
                </a:lnTo>
                <a:lnTo>
                  <a:pt x="3532375" y="2078939"/>
                </a:lnTo>
                <a:close/>
                <a:moveTo>
                  <a:pt x="3462935" y="1857289"/>
                </a:moveTo>
                <a:lnTo>
                  <a:pt x="3465563" y="1869115"/>
                </a:lnTo>
                <a:lnTo>
                  <a:pt x="3468949" y="1877284"/>
                </a:lnTo>
                <a:cubicBezTo>
                  <a:pt x="3466971" y="1870591"/>
                  <a:pt x="3464967" y="1863927"/>
                  <a:pt x="3462935" y="1857289"/>
                </a:cubicBezTo>
                <a:close/>
                <a:moveTo>
                  <a:pt x="7248889" y="3307933"/>
                </a:moveTo>
                <a:lnTo>
                  <a:pt x="7270970" y="3307933"/>
                </a:lnTo>
                <a:cubicBezTo>
                  <a:pt x="7353781" y="3273620"/>
                  <a:pt x="7440805" y="3269447"/>
                  <a:pt x="7538951" y="3307933"/>
                </a:cubicBezTo>
                <a:lnTo>
                  <a:pt x="7561776" y="3307933"/>
                </a:lnTo>
                <a:cubicBezTo>
                  <a:pt x="7445668" y="3256294"/>
                  <a:pt x="7344895" y="3262647"/>
                  <a:pt x="7248875" y="3307933"/>
                </a:cubicBezTo>
                <a:close/>
                <a:moveTo>
                  <a:pt x="7019991" y="3307933"/>
                </a:moveTo>
                <a:lnTo>
                  <a:pt x="7033917" y="3307933"/>
                </a:lnTo>
                <a:cubicBezTo>
                  <a:pt x="7060211" y="3286123"/>
                  <a:pt x="7086532" y="3266765"/>
                  <a:pt x="7113152" y="3250306"/>
                </a:cubicBezTo>
                <a:cubicBezTo>
                  <a:pt x="7256706" y="3161562"/>
                  <a:pt x="7409526" y="3157322"/>
                  <a:pt x="7612441" y="3307933"/>
                </a:cubicBezTo>
                <a:lnTo>
                  <a:pt x="7626800" y="3307933"/>
                </a:lnTo>
                <a:cubicBezTo>
                  <a:pt x="7415595" y="3147311"/>
                  <a:pt x="7257369" y="3150657"/>
                  <a:pt x="7108464" y="3242693"/>
                </a:cubicBezTo>
                <a:cubicBezTo>
                  <a:pt x="7078689" y="3261103"/>
                  <a:pt x="7049306" y="3283048"/>
                  <a:pt x="7019991" y="3307933"/>
                </a:cubicBezTo>
                <a:close/>
                <a:moveTo>
                  <a:pt x="6833576" y="3307933"/>
                </a:moveTo>
                <a:lnTo>
                  <a:pt x="6845944" y="3307933"/>
                </a:lnTo>
                <a:cubicBezTo>
                  <a:pt x="6901837" y="3249940"/>
                  <a:pt x="6956647" y="3200509"/>
                  <a:pt x="7012920" y="3164000"/>
                </a:cubicBezTo>
                <a:cubicBezTo>
                  <a:pt x="7183391" y="3053392"/>
                  <a:pt x="7368615" y="3061195"/>
                  <a:pt x="7641661" y="3307933"/>
                </a:cubicBezTo>
                <a:lnTo>
                  <a:pt x="7654463" y="3307933"/>
                </a:lnTo>
                <a:cubicBezTo>
                  <a:pt x="7373492" y="3051265"/>
                  <a:pt x="7183432" y="3042744"/>
                  <a:pt x="7008083" y="3156523"/>
                </a:cubicBezTo>
                <a:cubicBezTo>
                  <a:pt x="6949115" y="3194778"/>
                  <a:pt x="6891935" y="3246852"/>
                  <a:pt x="6833576" y="3307933"/>
                </a:cubicBezTo>
                <a:close/>
                <a:moveTo>
                  <a:pt x="6661723" y="3307933"/>
                </a:moveTo>
                <a:lnTo>
                  <a:pt x="6673522" y="3307933"/>
                </a:lnTo>
                <a:cubicBezTo>
                  <a:pt x="6755140" y="3213744"/>
                  <a:pt x="6832181" y="3132802"/>
                  <a:pt x="6912620" y="3078074"/>
                </a:cubicBezTo>
                <a:cubicBezTo>
                  <a:pt x="7104103" y="2947741"/>
                  <a:pt x="7316365" y="2966043"/>
                  <a:pt x="7660112" y="3307933"/>
                </a:cubicBezTo>
                <a:lnTo>
                  <a:pt x="7672290" y="3307933"/>
                </a:lnTo>
                <a:cubicBezTo>
                  <a:pt x="7320632" y="2956046"/>
                  <a:pt x="7103791" y="2937188"/>
                  <a:pt x="6907581" y="3070704"/>
                </a:cubicBezTo>
                <a:cubicBezTo>
                  <a:pt x="6824649" y="3127140"/>
                  <a:pt x="6745631" y="3210777"/>
                  <a:pt x="6661736" y="3307933"/>
                </a:cubicBezTo>
                <a:close/>
                <a:moveTo>
                  <a:pt x="6496684" y="3307933"/>
                </a:moveTo>
                <a:lnTo>
                  <a:pt x="6508266" y="3307933"/>
                </a:lnTo>
                <a:cubicBezTo>
                  <a:pt x="6615054" y="3179037"/>
                  <a:pt x="6710599" y="3064947"/>
                  <a:pt x="6812199" y="2992486"/>
                </a:cubicBezTo>
                <a:cubicBezTo>
                  <a:pt x="7021264" y="2843378"/>
                  <a:pt x="7257640" y="2870593"/>
                  <a:pt x="7675623" y="3307933"/>
                </a:cubicBezTo>
                <a:lnTo>
                  <a:pt x="7687571" y="3307933"/>
                </a:lnTo>
                <a:cubicBezTo>
                  <a:pt x="7261569" y="2860542"/>
                  <a:pt x="7020723" y="2832811"/>
                  <a:pt x="6806997" y="2985238"/>
                </a:cubicBezTo>
                <a:cubicBezTo>
                  <a:pt x="6702999" y="3059406"/>
                  <a:pt x="6605761" y="3176219"/>
                  <a:pt x="6496670" y="3307933"/>
                </a:cubicBezTo>
                <a:close/>
                <a:moveTo>
                  <a:pt x="6334435" y="3307933"/>
                </a:moveTo>
                <a:lnTo>
                  <a:pt x="6346017" y="3307933"/>
                </a:lnTo>
                <a:cubicBezTo>
                  <a:pt x="6368885" y="3280271"/>
                  <a:pt x="6391114" y="3252948"/>
                  <a:pt x="6412857" y="3226247"/>
                </a:cubicBezTo>
                <a:cubicBezTo>
                  <a:pt x="6517871" y="3097229"/>
                  <a:pt x="6611586" y="2982096"/>
                  <a:pt x="6711723" y="2907278"/>
                </a:cubicBezTo>
                <a:cubicBezTo>
                  <a:pt x="6936029" y="2739732"/>
                  <a:pt x="7194662" y="2774290"/>
                  <a:pt x="7691974" y="3307933"/>
                </a:cubicBezTo>
                <a:lnTo>
                  <a:pt x="7703854" y="3307933"/>
                </a:lnTo>
                <a:cubicBezTo>
                  <a:pt x="7198320" y="2764048"/>
                  <a:pt x="6935311" y="2729139"/>
                  <a:pt x="6706386" y="2900138"/>
                </a:cubicBezTo>
                <a:cubicBezTo>
                  <a:pt x="6605341" y="2975620"/>
                  <a:pt x="6511314" y="3091133"/>
                  <a:pt x="6405948" y="3220598"/>
                </a:cubicBezTo>
                <a:cubicBezTo>
                  <a:pt x="6382743" y="3249127"/>
                  <a:pt x="6358955" y="3278334"/>
                  <a:pt x="6334448" y="3307920"/>
                </a:cubicBezTo>
                <a:close/>
                <a:moveTo>
                  <a:pt x="6172078" y="3307933"/>
                </a:moveTo>
                <a:lnTo>
                  <a:pt x="6183837" y="3307933"/>
                </a:lnTo>
                <a:cubicBezTo>
                  <a:pt x="6234244" y="3248911"/>
                  <a:pt x="6281075" y="3190362"/>
                  <a:pt x="6325820" y="3134401"/>
                </a:cubicBezTo>
                <a:cubicBezTo>
                  <a:pt x="6425685" y="3009487"/>
                  <a:pt x="6515202" y="2897510"/>
                  <a:pt x="6611207" y="2822448"/>
                </a:cubicBezTo>
                <a:cubicBezTo>
                  <a:pt x="6848897" y="2636588"/>
                  <a:pt x="7128419" y="2677025"/>
                  <a:pt x="7710939" y="3307947"/>
                </a:cubicBezTo>
                <a:lnTo>
                  <a:pt x="7722874" y="3307947"/>
                </a:lnTo>
                <a:cubicBezTo>
                  <a:pt x="7131846" y="2666553"/>
                  <a:pt x="6847989" y="2625967"/>
                  <a:pt x="6605694" y="2815417"/>
                </a:cubicBezTo>
                <a:cubicBezTo>
                  <a:pt x="6508903" y="2891116"/>
                  <a:pt x="6419075" y="3003486"/>
                  <a:pt x="6318856" y="3128833"/>
                </a:cubicBezTo>
                <a:cubicBezTo>
                  <a:pt x="6272703" y="3186555"/>
                  <a:pt x="6224328" y="3247041"/>
                  <a:pt x="6172078" y="3307947"/>
                </a:cubicBezTo>
                <a:close/>
                <a:moveTo>
                  <a:pt x="6006836" y="3307933"/>
                </a:moveTo>
                <a:lnTo>
                  <a:pt x="6018961" y="3307933"/>
                </a:lnTo>
                <a:cubicBezTo>
                  <a:pt x="6100552" y="3218525"/>
                  <a:pt x="6171943" y="3127614"/>
                  <a:pt x="6238674" y="3042622"/>
                </a:cubicBezTo>
                <a:cubicBezTo>
                  <a:pt x="6333500" y="2921840"/>
                  <a:pt x="6418912" y="2813047"/>
                  <a:pt x="6510664" y="2737971"/>
                </a:cubicBezTo>
                <a:cubicBezTo>
                  <a:pt x="6760248" y="2533769"/>
                  <a:pt x="7059561" y="2578405"/>
                  <a:pt x="7734050" y="3307933"/>
                </a:cubicBezTo>
                <a:lnTo>
                  <a:pt x="7746025" y="3307933"/>
                </a:lnTo>
                <a:cubicBezTo>
                  <a:pt x="7062799" y="2567811"/>
                  <a:pt x="6759218" y="2523135"/>
                  <a:pt x="6505029" y="2731076"/>
                </a:cubicBezTo>
                <a:cubicBezTo>
                  <a:pt x="6412450" y="2806802"/>
                  <a:pt x="6326795" y="2915934"/>
                  <a:pt x="6231670" y="3037109"/>
                </a:cubicBezTo>
                <a:cubicBezTo>
                  <a:pt x="6163584" y="3123848"/>
                  <a:pt x="6090595" y="3216778"/>
                  <a:pt x="6006836" y="3307933"/>
                </a:cubicBezTo>
                <a:close/>
                <a:moveTo>
                  <a:pt x="5835471" y="3307933"/>
                </a:moveTo>
                <a:lnTo>
                  <a:pt x="5848300" y="3307933"/>
                </a:lnTo>
                <a:cubicBezTo>
                  <a:pt x="5966914" y="3190376"/>
                  <a:pt x="6063285" y="3065326"/>
                  <a:pt x="6151433" y="2950925"/>
                </a:cubicBezTo>
                <a:cubicBezTo>
                  <a:pt x="6241275" y="2834301"/>
                  <a:pt x="6322582" y="2728773"/>
                  <a:pt x="6410148" y="2653873"/>
                </a:cubicBezTo>
                <a:cubicBezTo>
                  <a:pt x="6670338" y="2431275"/>
                  <a:pt x="6988522" y="2478715"/>
                  <a:pt x="7762172" y="3307933"/>
                </a:cubicBezTo>
                <a:lnTo>
                  <a:pt x="7774324" y="3307933"/>
                </a:lnTo>
                <a:cubicBezTo>
                  <a:pt x="6991530" y="2467756"/>
                  <a:pt x="6669132" y="2420559"/>
                  <a:pt x="6404349" y="2647100"/>
                </a:cubicBezTo>
                <a:cubicBezTo>
                  <a:pt x="6316107" y="2722596"/>
                  <a:pt x="6234528" y="2828490"/>
                  <a:pt x="6144376" y="2945479"/>
                </a:cubicBezTo>
                <a:cubicBezTo>
                  <a:pt x="6054859" y="3061669"/>
                  <a:pt x="5956822" y="3188858"/>
                  <a:pt x="5835485" y="3307933"/>
                </a:cubicBezTo>
                <a:close/>
                <a:moveTo>
                  <a:pt x="14" y="2643984"/>
                </a:moveTo>
                <a:lnTo>
                  <a:pt x="14" y="2653724"/>
                </a:lnTo>
                <a:cubicBezTo>
                  <a:pt x="427533" y="2842904"/>
                  <a:pt x="880831" y="3070759"/>
                  <a:pt x="1343748" y="3307947"/>
                </a:cubicBezTo>
                <a:lnTo>
                  <a:pt x="1363296" y="3307947"/>
                </a:lnTo>
                <a:cubicBezTo>
                  <a:pt x="893606" y="3067182"/>
                  <a:pt x="433615" y="2835683"/>
                  <a:pt x="14" y="2643984"/>
                </a:cubicBezTo>
                <a:close/>
                <a:moveTo>
                  <a:pt x="14" y="2484662"/>
                </a:moveTo>
                <a:lnTo>
                  <a:pt x="14" y="2494470"/>
                </a:lnTo>
                <a:cubicBezTo>
                  <a:pt x="299314" y="2630411"/>
                  <a:pt x="611456" y="2788514"/>
                  <a:pt x="930751" y="2960435"/>
                </a:cubicBezTo>
                <a:cubicBezTo>
                  <a:pt x="1144856" y="3077491"/>
                  <a:pt x="1364271" y="3193735"/>
                  <a:pt x="1586342" y="3307933"/>
                </a:cubicBezTo>
                <a:lnTo>
                  <a:pt x="1605876" y="3307933"/>
                </a:lnTo>
                <a:cubicBezTo>
                  <a:pt x="1378549" y="3191202"/>
                  <a:pt x="1154000" y="3072316"/>
                  <a:pt x="935005" y="2952564"/>
                </a:cubicBezTo>
                <a:lnTo>
                  <a:pt x="935005" y="2952564"/>
                </a:lnTo>
                <a:cubicBezTo>
                  <a:pt x="614247" y="2779844"/>
                  <a:pt x="300682" y="2621077"/>
                  <a:pt x="27" y="2484662"/>
                </a:cubicBezTo>
                <a:close/>
                <a:moveTo>
                  <a:pt x="14" y="2326234"/>
                </a:moveTo>
                <a:lnTo>
                  <a:pt x="14" y="2336082"/>
                </a:lnTo>
                <a:cubicBezTo>
                  <a:pt x="155922" y="2409099"/>
                  <a:pt x="315353" y="2489078"/>
                  <a:pt x="477520" y="2575140"/>
                </a:cubicBezTo>
                <a:cubicBezTo>
                  <a:pt x="607351" y="2644052"/>
                  <a:pt x="738971" y="2716865"/>
                  <a:pt x="871931" y="2793133"/>
                </a:cubicBezTo>
                <a:cubicBezTo>
                  <a:pt x="1181107" y="2975471"/>
                  <a:pt x="1506268" y="3146430"/>
                  <a:pt x="1836427" y="3307933"/>
                </a:cubicBezTo>
                <a:lnTo>
                  <a:pt x="1856747" y="3307933"/>
                </a:lnTo>
                <a:cubicBezTo>
                  <a:pt x="1521155" y="3144168"/>
                  <a:pt x="1190535" y="2970676"/>
                  <a:pt x="876429" y="2785425"/>
                </a:cubicBezTo>
                <a:lnTo>
                  <a:pt x="876388" y="2785398"/>
                </a:lnTo>
                <a:cubicBezTo>
                  <a:pt x="743387" y="2709130"/>
                  <a:pt x="611659" y="2636249"/>
                  <a:pt x="481665" y="2567242"/>
                </a:cubicBezTo>
                <a:cubicBezTo>
                  <a:pt x="318076" y="2480422"/>
                  <a:pt x="157236" y="2399779"/>
                  <a:pt x="0" y="2326220"/>
                </a:cubicBezTo>
                <a:close/>
                <a:moveTo>
                  <a:pt x="14" y="2168876"/>
                </a:moveTo>
                <a:lnTo>
                  <a:pt x="14" y="2178792"/>
                </a:lnTo>
                <a:cubicBezTo>
                  <a:pt x="90790" y="2222832"/>
                  <a:pt x="182812" y="2269609"/>
                  <a:pt x="275878" y="2319000"/>
                </a:cubicBezTo>
                <a:cubicBezTo>
                  <a:pt x="451443" y="2412187"/>
                  <a:pt x="630936" y="2514763"/>
                  <a:pt x="813193" y="2625913"/>
                </a:cubicBezTo>
                <a:lnTo>
                  <a:pt x="813193" y="2625913"/>
                </a:lnTo>
                <a:cubicBezTo>
                  <a:pt x="1221517" y="2884478"/>
                  <a:pt x="1666375" y="3105817"/>
                  <a:pt x="2115299" y="3307947"/>
                </a:cubicBezTo>
                <a:lnTo>
                  <a:pt x="2137082" y="3307947"/>
                </a:lnTo>
                <a:cubicBezTo>
                  <a:pt x="1682306" y="3103731"/>
                  <a:pt x="1231284" y="2880103"/>
                  <a:pt x="817907" y="2618327"/>
                </a:cubicBezTo>
                <a:lnTo>
                  <a:pt x="817839" y="2618286"/>
                </a:lnTo>
                <a:cubicBezTo>
                  <a:pt x="635732" y="2507217"/>
                  <a:pt x="456076" y="2404547"/>
                  <a:pt x="280050" y="2311129"/>
                </a:cubicBezTo>
                <a:cubicBezTo>
                  <a:pt x="185562" y="2260993"/>
                  <a:pt x="92172" y="2213539"/>
                  <a:pt x="27" y="2168903"/>
                </a:cubicBezTo>
                <a:close/>
                <a:moveTo>
                  <a:pt x="14" y="2012791"/>
                </a:moveTo>
                <a:lnTo>
                  <a:pt x="14" y="2022775"/>
                </a:lnTo>
                <a:cubicBezTo>
                  <a:pt x="42496" y="2044233"/>
                  <a:pt x="85249" y="2066354"/>
                  <a:pt x="128273" y="2089180"/>
                </a:cubicBezTo>
                <a:cubicBezTo>
                  <a:pt x="331812" y="2197215"/>
                  <a:pt x="541149" y="2320571"/>
                  <a:pt x="754319" y="2458571"/>
                </a:cubicBezTo>
                <a:lnTo>
                  <a:pt x="754319" y="2458571"/>
                </a:lnTo>
                <a:cubicBezTo>
                  <a:pt x="1270149" y="2808007"/>
                  <a:pt x="1858630" y="3069580"/>
                  <a:pt x="2438983" y="3307933"/>
                </a:cubicBezTo>
                <a:lnTo>
                  <a:pt x="2462554" y="3307933"/>
                </a:lnTo>
                <a:cubicBezTo>
                  <a:pt x="1876105" y="3067521"/>
                  <a:pt x="1280404" y="2804160"/>
                  <a:pt x="759331" y="2451175"/>
                </a:cubicBezTo>
                <a:lnTo>
                  <a:pt x="759237" y="2451134"/>
                </a:lnTo>
                <a:cubicBezTo>
                  <a:pt x="545904" y="2313039"/>
                  <a:pt x="336337" y="2189534"/>
                  <a:pt x="132432" y="2081310"/>
                </a:cubicBezTo>
                <a:cubicBezTo>
                  <a:pt x="88013" y="2057739"/>
                  <a:pt x="43878" y="2034913"/>
                  <a:pt x="14" y="2012791"/>
                </a:cubicBezTo>
                <a:close/>
                <a:moveTo>
                  <a:pt x="14" y="1858251"/>
                </a:moveTo>
                <a:lnTo>
                  <a:pt x="14" y="1868343"/>
                </a:lnTo>
                <a:lnTo>
                  <a:pt x="9740" y="1873477"/>
                </a:lnTo>
                <a:cubicBezTo>
                  <a:pt x="231675" y="1991252"/>
                  <a:pt x="461129" y="2130511"/>
                  <a:pt x="695527" y="2291310"/>
                </a:cubicBezTo>
                <a:cubicBezTo>
                  <a:pt x="1287326" y="2718694"/>
                  <a:pt x="1994191" y="2991998"/>
                  <a:pt x="2670062" y="3253300"/>
                </a:cubicBezTo>
                <a:cubicBezTo>
                  <a:pt x="2717285" y="3271561"/>
                  <a:pt x="2764360" y="3289754"/>
                  <a:pt x="2811218" y="3307947"/>
                </a:cubicBezTo>
                <a:lnTo>
                  <a:pt x="2835846" y="3307947"/>
                </a:lnTo>
                <a:cubicBezTo>
                  <a:pt x="2781903" y="3286990"/>
                  <a:pt x="2727676" y="3266020"/>
                  <a:pt x="2673259" y="3244982"/>
                </a:cubicBezTo>
                <a:cubicBezTo>
                  <a:pt x="1997944" y="2983870"/>
                  <a:pt x="1291648" y="2710783"/>
                  <a:pt x="700742" y="2284063"/>
                </a:cubicBezTo>
                <a:lnTo>
                  <a:pt x="700661" y="2284009"/>
                </a:lnTo>
                <a:cubicBezTo>
                  <a:pt x="465992" y="2123020"/>
                  <a:pt x="236200" y="1983571"/>
                  <a:pt x="13899" y="1865579"/>
                </a:cubicBezTo>
                <a:lnTo>
                  <a:pt x="14" y="1858264"/>
                </a:lnTo>
                <a:close/>
                <a:moveTo>
                  <a:pt x="14" y="1705471"/>
                </a:moveTo>
                <a:lnTo>
                  <a:pt x="14" y="1715672"/>
                </a:lnTo>
                <a:cubicBezTo>
                  <a:pt x="206302" y="1830304"/>
                  <a:pt x="419269" y="1966109"/>
                  <a:pt x="636761" y="2124023"/>
                </a:cubicBezTo>
                <a:cubicBezTo>
                  <a:pt x="1209392" y="2563544"/>
                  <a:pt x="1908427" y="2821825"/>
                  <a:pt x="2578893" y="3069566"/>
                </a:cubicBezTo>
                <a:cubicBezTo>
                  <a:pt x="2791914" y="3148286"/>
                  <a:pt x="3002063" y="3225936"/>
                  <a:pt x="3204247" y="3307947"/>
                </a:cubicBezTo>
                <a:lnTo>
                  <a:pt x="3227873" y="3307947"/>
                </a:lnTo>
                <a:cubicBezTo>
                  <a:pt x="3019227" y="3222779"/>
                  <a:pt x="2802128" y="3142542"/>
                  <a:pt x="2581954" y="3061195"/>
                </a:cubicBezTo>
                <a:cubicBezTo>
                  <a:pt x="1912126" y="2813683"/>
                  <a:pt x="1213754" y="2555647"/>
                  <a:pt x="642139" y="2116924"/>
                </a:cubicBezTo>
                <a:lnTo>
                  <a:pt x="642058" y="2116843"/>
                </a:lnTo>
                <a:cubicBezTo>
                  <a:pt x="422791" y="1957629"/>
                  <a:pt x="208036" y="1820835"/>
                  <a:pt x="0" y="1705471"/>
                </a:cubicBezTo>
                <a:close/>
                <a:moveTo>
                  <a:pt x="14" y="1554873"/>
                </a:moveTo>
                <a:lnTo>
                  <a:pt x="14" y="1565223"/>
                </a:lnTo>
                <a:cubicBezTo>
                  <a:pt x="187648" y="1675425"/>
                  <a:pt x="380878" y="1805473"/>
                  <a:pt x="578063" y="1956803"/>
                </a:cubicBezTo>
                <a:cubicBezTo>
                  <a:pt x="1136836" y="2411334"/>
                  <a:pt x="1834097" y="2657165"/>
                  <a:pt x="2504115" y="2893419"/>
                </a:cubicBezTo>
                <a:cubicBezTo>
                  <a:pt x="2781131" y="2991077"/>
                  <a:pt x="3053514" y="3087123"/>
                  <a:pt x="3309667" y="3195672"/>
                </a:cubicBezTo>
                <a:lnTo>
                  <a:pt x="3309667" y="3195672"/>
                </a:lnTo>
                <a:cubicBezTo>
                  <a:pt x="3389525" y="3229553"/>
                  <a:pt x="3464669" y="3267361"/>
                  <a:pt x="3535910" y="3307947"/>
                </a:cubicBezTo>
                <a:lnTo>
                  <a:pt x="3553806" y="3307947"/>
                </a:lnTo>
                <a:cubicBezTo>
                  <a:pt x="3478310" y="3264273"/>
                  <a:pt x="3398439" y="3223660"/>
                  <a:pt x="3313149" y="3187449"/>
                </a:cubicBezTo>
                <a:lnTo>
                  <a:pt x="3313149" y="3187449"/>
                </a:lnTo>
                <a:cubicBezTo>
                  <a:pt x="3057103" y="3078927"/>
                  <a:pt x="2784409" y="2982773"/>
                  <a:pt x="2507068" y="2884993"/>
                </a:cubicBezTo>
                <a:cubicBezTo>
                  <a:pt x="1837700" y="2648997"/>
                  <a:pt x="1141158" y="2403396"/>
                  <a:pt x="583577" y="1949812"/>
                </a:cubicBezTo>
                <a:lnTo>
                  <a:pt x="583482" y="1949731"/>
                </a:lnTo>
                <a:cubicBezTo>
                  <a:pt x="384454" y="1796965"/>
                  <a:pt x="189396" y="1665834"/>
                  <a:pt x="14" y="1554873"/>
                </a:cubicBezTo>
                <a:close/>
                <a:moveTo>
                  <a:pt x="14" y="1406808"/>
                </a:moveTo>
                <a:lnTo>
                  <a:pt x="14" y="1417293"/>
                </a:lnTo>
                <a:cubicBezTo>
                  <a:pt x="168927" y="1522632"/>
                  <a:pt x="342419" y="1646191"/>
                  <a:pt x="519284" y="1789528"/>
                </a:cubicBezTo>
                <a:lnTo>
                  <a:pt x="519284" y="1789528"/>
                </a:lnTo>
                <a:cubicBezTo>
                  <a:pt x="1067179" y="2260749"/>
                  <a:pt x="1766187" y="2495635"/>
                  <a:pt x="2438725" y="2721593"/>
                </a:cubicBezTo>
                <a:cubicBezTo>
                  <a:pt x="2729071" y="2819156"/>
                  <a:pt x="3014499" y="2915067"/>
                  <a:pt x="3280637" y="3027599"/>
                </a:cubicBezTo>
                <a:cubicBezTo>
                  <a:pt x="3458288" y="3102851"/>
                  <a:pt x="3609455" y="3200996"/>
                  <a:pt x="3745017" y="3307947"/>
                </a:cubicBezTo>
                <a:lnTo>
                  <a:pt x="3759430" y="3307947"/>
                </a:lnTo>
                <a:cubicBezTo>
                  <a:pt x="3621092" y="3197867"/>
                  <a:pt x="3466565" y="3096646"/>
                  <a:pt x="3284119" y="3019376"/>
                </a:cubicBezTo>
                <a:cubicBezTo>
                  <a:pt x="3017777" y="2906735"/>
                  <a:pt x="2732132" y="2810758"/>
                  <a:pt x="2441556" y="2713127"/>
                </a:cubicBezTo>
                <a:cubicBezTo>
                  <a:pt x="1769764" y="2487412"/>
                  <a:pt x="1071501" y="2252797"/>
                  <a:pt x="524974" y="1782687"/>
                </a:cubicBezTo>
                <a:lnTo>
                  <a:pt x="524879" y="1782620"/>
                </a:lnTo>
                <a:cubicBezTo>
                  <a:pt x="346090" y="1637684"/>
                  <a:pt x="170702" y="1512973"/>
                  <a:pt x="14" y="1406808"/>
                </a:cubicBezTo>
                <a:close/>
                <a:moveTo>
                  <a:pt x="14" y="1261642"/>
                </a:moveTo>
                <a:lnTo>
                  <a:pt x="14" y="1272357"/>
                </a:lnTo>
                <a:cubicBezTo>
                  <a:pt x="150111" y="1372264"/>
                  <a:pt x="303892" y="1488359"/>
                  <a:pt x="460505" y="1622241"/>
                </a:cubicBezTo>
                <a:cubicBezTo>
                  <a:pt x="999324" y="2111153"/>
                  <a:pt x="1702274" y="2335987"/>
                  <a:pt x="2379188" y="2552463"/>
                </a:cubicBezTo>
                <a:cubicBezTo>
                  <a:pt x="2680736" y="2648902"/>
                  <a:pt x="2977151" y="2743688"/>
                  <a:pt x="3251620" y="2859552"/>
                </a:cubicBezTo>
                <a:cubicBezTo>
                  <a:pt x="3510510" y="2968982"/>
                  <a:pt x="3706842" y="3134563"/>
                  <a:pt x="3878695" y="3307933"/>
                </a:cubicBezTo>
                <a:lnTo>
                  <a:pt x="3891280" y="3307933"/>
                </a:lnTo>
                <a:cubicBezTo>
                  <a:pt x="3717314" y="3131624"/>
                  <a:pt x="3518584" y="2962670"/>
                  <a:pt x="3255102" y="2851303"/>
                </a:cubicBezTo>
                <a:cubicBezTo>
                  <a:pt x="2980578" y="2735438"/>
                  <a:pt x="2683812" y="2640530"/>
                  <a:pt x="2381883" y="2543956"/>
                </a:cubicBezTo>
                <a:cubicBezTo>
                  <a:pt x="1705878" y="2327764"/>
                  <a:pt x="1003835" y="2103228"/>
                  <a:pt x="466398" y="1615535"/>
                </a:cubicBezTo>
                <a:lnTo>
                  <a:pt x="466303" y="1615440"/>
                </a:lnTo>
                <a:cubicBezTo>
                  <a:pt x="307713" y="1479879"/>
                  <a:pt x="151980" y="1362483"/>
                  <a:pt x="14" y="1261642"/>
                </a:cubicBezTo>
                <a:close/>
                <a:moveTo>
                  <a:pt x="14" y="1119944"/>
                </a:moveTo>
                <a:lnTo>
                  <a:pt x="14" y="1130876"/>
                </a:lnTo>
                <a:cubicBezTo>
                  <a:pt x="131227" y="1224483"/>
                  <a:pt x="265298" y="1332044"/>
                  <a:pt x="401632" y="1454885"/>
                </a:cubicBezTo>
                <a:cubicBezTo>
                  <a:pt x="932688" y="1962289"/>
                  <a:pt x="1641070" y="2177654"/>
                  <a:pt x="2323551" y="2385175"/>
                </a:cubicBezTo>
                <a:cubicBezTo>
                  <a:pt x="2635111" y="2479907"/>
                  <a:pt x="2941279" y="2573000"/>
                  <a:pt x="3222590" y="2691479"/>
                </a:cubicBezTo>
                <a:lnTo>
                  <a:pt x="3222590" y="2691479"/>
                </a:lnTo>
                <a:cubicBezTo>
                  <a:pt x="3551909" y="2830413"/>
                  <a:pt x="3769699" y="3072276"/>
                  <a:pt x="3963714" y="3307947"/>
                </a:cubicBezTo>
                <a:lnTo>
                  <a:pt x="3975256" y="3307947"/>
                </a:lnTo>
                <a:cubicBezTo>
                  <a:pt x="3779398" y="3069648"/>
                  <a:pt x="3559942" y="2824101"/>
                  <a:pt x="3226057" y="2683243"/>
                </a:cubicBezTo>
                <a:lnTo>
                  <a:pt x="3226057" y="2683243"/>
                </a:lnTo>
                <a:cubicBezTo>
                  <a:pt x="2944409" y="2564614"/>
                  <a:pt x="2637970" y="2471427"/>
                  <a:pt x="2326125" y="2376627"/>
                </a:cubicBezTo>
                <a:cubicBezTo>
                  <a:pt x="1644660" y="2169417"/>
                  <a:pt x="937335" y="1954364"/>
                  <a:pt x="407809" y="1448423"/>
                </a:cubicBezTo>
                <a:lnTo>
                  <a:pt x="407701" y="1448328"/>
                </a:lnTo>
                <a:cubicBezTo>
                  <a:pt x="269281" y="1323618"/>
                  <a:pt x="133177" y="1214635"/>
                  <a:pt x="14" y="1119944"/>
                </a:cubicBezTo>
                <a:close/>
                <a:moveTo>
                  <a:pt x="14" y="982201"/>
                </a:moveTo>
                <a:lnTo>
                  <a:pt x="14" y="993458"/>
                </a:lnTo>
                <a:cubicBezTo>
                  <a:pt x="112315" y="1079737"/>
                  <a:pt x="226758" y="1177449"/>
                  <a:pt x="342961" y="1287706"/>
                </a:cubicBezTo>
                <a:lnTo>
                  <a:pt x="342961" y="1287706"/>
                </a:lnTo>
                <a:cubicBezTo>
                  <a:pt x="867095" y="1813899"/>
                  <a:pt x="1581790" y="2020255"/>
                  <a:pt x="2270638" y="2219120"/>
                </a:cubicBezTo>
                <a:cubicBezTo>
                  <a:pt x="2591179" y="2311657"/>
                  <a:pt x="2906139" y="2402610"/>
                  <a:pt x="3193573" y="2523433"/>
                </a:cubicBezTo>
                <a:cubicBezTo>
                  <a:pt x="3562638" y="2678826"/>
                  <a:pt x="3778775" y="2978723"/>
                  <a:pt x="3978494" y="3255874"/>
                </a:cubicBezTo>
                <a:cubicBezTo>
                  <a:pt x="3991078" y="3273335"/>
                  <a:pt x="4003595" y="3290702"/>
                  <a:pt x="4016086" y="3307947"/>
                </a:cubicBezTo>
                <a:lnTo>
                  <a:pt x="4027099" y="3307947"/>
                </a:lnTo>
                <a:cubicBezTo>
                  <a:pt x="4013349" y="3288995"/>
                  <a:pt x="3999586" y="3269867"/>
                  <a:pt x="3985714" y="3250645"/>
                </a:cubicBezTo>
                <a:cubicBezTo>
                  <a:pt x="3785291" y="2972518"/>
                  <a:pt x="3568395" y="2671552"/>
                  <a:pt x="3197027" y="2515183"/>
                </a:cubicBezTo>
                <a:cubicBezTo>
                  <a:pt x="2909282" y="2394238"/>
                  <a:pt x="2593997" y="2303191"/>
                  <a:pt x="2273117" y="2210559"/>
                </a:cubicBezTo>
                <a:cubicBezTo>
                  <a:pt x="1585326" y="2011992"/>
                  <a:pt x="871728" y="1805974"/>
                  <a:pt x="349192" y="1281311"/>
                </a:cubicBezTo>
                <a:lnTo>
                  <a:pt x="349098" y="1281217"/>
                </a:lnTo>
                <a:cubicBezTo>
                  <a:pt x="230808" y="1168969"/>
                  <a:pt x="114320" y="1069658"/>
                  <a:pt x="14" y="982201"/>
                </a:cubicBezTo>
                <a:close/>
                <a:moveTo>
                  <a:pt x="14" y="849105"/>
                </a:moveTo>
                <a:lnTo>
                  <a:pt x="14" y="860687"/>
                </a:lnTo>
                <a:cubicBezTo>
                  <a:pt x="93282" y="938147"/>
                  <a:pt x="188055" y="1024426"/>
                  <a:pt x="284101" y="1120309"/>
                </a:cubicBezTo>
                <a:cubicBezTo>
                  <a:pt x="801949" y="1665834"/>
                  <a:pt x="1523810" y="1863466"/>
                  <a:pt x="2219716" y="2054000"/>
                </a:cubicBezTo>
                <a:cubicBezTo>
                  <a:pt x="2548616" y="2144031"/>
                  <a:pt x="2871744" y="2232504"/>
                  <a:pt x="3164556" y="2355359"/>
                </a:cubicBezTo>
                <a:cubicBezTo>
                  <a:pt x="3537428" y="2512040"/>
                  <a:pt x="3741048" y="2831714"/>
                  <a:pt x="3929685" y="3127871"/>
                </a:cubicBezTo>
                <a:cubicBezTo>
                  <a:pt x="3968903" y="3189454"/>
                  <a:pt x="4007483" y="3250021"/>
                  <a:pt x="4046809" y="3307933"/>
                </a:cubicBezTo>
                <a:lnTo>
                  <a:pt x="4057620" y="3307933"/>
                </a:lnTo>
                <a:cubicBezTo>
                  <a:pt x="4017156" y="3248613"/>
                  <a:pt x="3977518" y="3186393"/>
                  <a:pt x="3937190" y="3123089"/>
                </a:cubicBezTo>
                <a:cubicBezTo>
                  <a:pt x="3747848" y="2825781"/>
                  <a:pt x="3543429" y="2504874"/>
                  <a:pt x="3167983" y="2347109"/>
                </a:cubicBezTo>
                <a:cubicBezTo>
                  <a:pt x="2874684" y="2224065"/>
                  <a:pt x="2551257" y="2135497"/>
                  <a:pt x="2222033" y="2045357"/>
                </a:cubicBezTo>
                <a:cubicBezTo>
                  <a:pt x="1527332" y="1855162"/>
                  <a:pt x="806718" y="1657882"/>
                  <a:pt x="290576" y="1114146"/>
                </a:cubicBezTo>
                <a:lnTo>
                  <a:pt x="290481" y="1114051"/>
                </a:lnTo>
                <a:cubicBezTo>
                  <a:pt x="192281" y="1016014"/>
                  <a:pt x="95369" y="927960"/>
                  <a:pt x="14" y="849105"/>
                </a:cubicBezTo>
                <a:close/>
                <a:moveTo>
                  <a:pt x="5653512" y="3307933"/>
                </a:moveTo>
                <a:cubicBezTo>
                  <a:pt x="5821884" y="3164881"/>
                  <a:pt x="5946012" y="3000709"/>
                  <a:pt x="6056959" y="2853917"/>
                </a:cubicBezTo>
                <a:cubicBezTo>
                  <a:pt x="6142181" y="2741127"/>
                  <a:pt x="6219695" y="2638593"/>
                  <a:pt x="6303698" y="2563504"/>
                </a:cubicBezTo>
                <a:cubicBezTo>
                  <a:pt x="6577936" y="2318241"/>
                  <a:pt x="6918324" y="2366549"/>
                  <a:pt x="7808461" y="3307933"/>
                </a:cubicBezTo>
                <a:lnTo>
                  <a:pt x="7796188" y="3307933"/>
                </a:lnTo>
                <a:cubicBezTo>
                  <a:pt x="6915479" y="2377589"/>
                  <a:pt x="6579291" y="2329011"/>
                  <a:pt x="6309658" y="2570155"/>
                </a:cubicBezTo>
                <a:cubicBezTo>
                  <a:pt x="6226346" y="2644648"/>
                  <a:pt x="6149076" y="2746885"/>
                  <a:pt x="6064098" y="2859322"/>
                </a:cubicBezTo>
                <a:cubicBezTo>
                  <a:pt x="5954587" y="3004217"/>
                  <a:pt x="5832274" y="3166032"/>
                  <a:pt x="5667479" y="3307933"/>
                </a:cubicBezTo>
                <a:lnTo>
                  <a:pt x="5653525" y="3307933"/>
                </a:lnTo>
                <a:close/>
                <a:moveTo>
                  <a:pt x="5453861" y="3307933"/>
                </a:moveTo>
                <a:cubicBezTo>
                  <a:pt x="5684222" y="3147338"/>
                  <a:pt x="5836405" y="2942025"/>
                  <a:pt x="5969447" y="2762477"/>
                </a:cubicBezTo>
                <a:cubicBezTo>
                  <a:pt x="6049874" y="2653928"/>
                  <a:pt x="6123364" y="2554780"/>
                  <a:pt x="6203100" y="2480273"/>
                </a:cubicBezTo>
                <a:cubicBezTo>
                  <a:pt x="6485738" y="2216153"/>
                  <a:pt x="6843221" y="2263865"/>
                  <a:pt x="7849210" y="3307933"/>
                </a:cubicBezTo>
                <a:lnTo>
                  <a:pt x="7836842" y="3307933"/>
                </a:lnTo>
                <a:cubicBezTo>
                  <a:pt x="6840633" y="2275136"/>
                  <a:pt x="6487268" y="2226923"/>
                  <a:pt x="6209183" y="2486789"/>
                </a:cubicBezTo>
                <a:cubicBezTo>
                  <a:pt x="6130152" y="2560632"/>
                  <a:pt x="6056850" y="2659522"/>
                  <a:pt x="5976627" y="2767787"/>
                </a:cubicBezTo>
                <a:cubicBezTo>
                  <a:pt x="5845102" y="2945262"/>
                  <a:pt x="5694938" y="3147812"/>
                  <a:pt x="5469521" y="3307933"/>
                </a:cubicBezTo>
                <a:lnTo>
                  <a:pt x="5453848" y="3307933"/>
                </a:lnTo>
                <a:close/>
                <a:moveTo>
                  <a:pt x="5222592" y="3307933"/>
                </a:moveTo>
                <a:cubicBezTo>
                  <a:pt x="5540695" y="3140808"/>
                  <a:pt x="5724727" y="2887445"/>
                  <a:pt x="5881841" y="2671091"/>
                </a:cubicBezTo>
                <a:cubicBezTo>
                  <a:pt x="5957608" y="2566755"/>
                  <a:pt x="6027156" y="2470980"/>
                  <a:pt x="6102557" y="2397394"/>
                </a:cubicBezTo>
                <a:cubicBezTo>
                  <a:pt x="6392659" y="2114228"/>
                  <a:pt x="6766316" y="2159677"/>
                  <a:pt x="7897233" y="3307933"/>
                </a:cubicBezTo>
                <a:lnTo>
                  <a:pt x="7884675" y="3307933"/>
                </a:lnTo>
                <a:cubicBezTo>
                  <a:pt x="6763932" y="2171206"/>
                  <a:pt x="6394352" y="2125066"/>
                  <a:pt x="6108789" y="2403788"/>
                </a:cubicBezTo>
                <a:cubicBezTo>
                  <a:pt x="6033916" y="2476873"/>
                  <a:pt x="5964584" y="2572336"/>
                  <a:pt x="5889061" y="2676334"/>
                </a:cubicBezTo>
                <a:cubicBezTo>
                  <a:pt x="5733762" y="2890195"/>
                  <a:pt x="5552237" y="3140023"/>
                  <a:pt x="5241761" y="3307933"/>
                </a:cubicBezTo>
                <a:lnTo>
                  <a:pt x="5222565" y="3307933"/>
                </a:lnTo>
                <a:close/>
                <a:moveTo>
                  <a:pt x="4923766" y="3307933"/>
                </a:moveTo>
                <a:cubicBezTo>
                  <a:pt x="5383418" y="3157159"/>
                  <a:pt x="5607887" y="2841684"/>
                  <a:pt x="5794167" y="2579800"/>
                </a:cubicBezTo>
                <a:cubicBezTo>
                  <a:pt x="5865341" y="2479731"/>
                  <a:pt x="5930989" y="2387438"/>
                  <a:pt x="6002163" y="2314882"/>
                </a:cubicBezTo>
                <a:cubicBezTo>
                  <a:pt x="6293592" y="2017844"/>
                  <a:pt x="6674212" y="2052930"/>
                  <a:pt x="7887398" y="3243140"/>
                </a:cubicBezTo>
                <a:cubicBezTo>
                  <a:pt x="7909818" y="3265153"/>
                  <a:pt x="7932048" y="3286706"/>
                  <a:pt x="7954142" y="3307920"/>
                </a:cubicBezTo>
                <a:lnTo>
                  <a:pt x="7941341" y="3307920"/>
                </a:lnTo>
                <a:cubicBezTo>
                  <a:pt x="7921387" y="3288711"/>
                  <a:pt x="7901392" y="3269380"/>
                  <a:pt x="7881166" y="3249520"/>
                </a:cubicBezTo>
                <a:cubicBezTo>
                  <a:pt x="6673400" y="2064607"/>
                  <a:pt x="6296003" y="2028085"/>
                  <a:pt x="6008543" y="2321100"/>
                </a:cubicBezTo>
                <a:cubicBezTo>
                  <a:pt x="5937897" y="2393127"/>
                  <a:pt x="5872426" y="2485163"/>
                  <a:pt x="5801441" y="2584948"/>
                </a:cubicBezTo>
                <a:cubicBezTo>
                  <a:pt x="5617735" y="2843215"/>
                  <a:pt x="5397074" y="3153339"/>
                  <a:pt x="4951862" y="3307920"/>
                </a:cubicBezTo>
                <a:lnTo>
                  <a:pt x="4923780" y="3307920"/>
                </a:lnTo>
                <a:close/>
                <a:moveTo>
                  <a:pt x="11909105" y="3307933"/>
                </a:moveTo>
                <a:cubicBezTo>
                  <a:pt x="12000409" y="3283875"/>
                  <a:pt x="12094504" y="3264273"/>
                  <a:pt x="12192014" y="3250455"/>
                </a:cubicBezTo>
                <a:lnTo>
                  <a:pt x="12192014" y="3259545"/>
                </a:lnTo>
                <a:cubicBezTo>
                  <a:pt x="12107360" y="3271588"/>
                  <a:pt x="12025294" y="3288020"/>
                  <a:pt x="11945384" y="3307933"/>
                </a:cubicBezTo>
                <a:lnTo>
                  <a:pt x="11909105" y="3307933"/>
                </a:lnTo>
                <a:close/>
                <a:moveTo>
                  <a:pt x="11460222" y="3307933"/>
                </a:moveTo>
                <a:cubicBezTo>
                  <a:pt x="11688796" y="3211657"/>
                  <a:pt x="11928342" y="3129971"/>
                  <a:pt x="12192014" y="3090063"/>
                </a:cubicBezTo>
                <a:lnTo>
                  <a:pt x="12192014" y="3099139"/>
                </a:lnTo>
                <a:cubicBezTo>
                  <a:pt x="11937228" y="3137842"/>
                  <a:pt x="11704943" y="3215681"/>
                  <a:pt x="11483293" y="3307933"/>
                </a:cubicBezTo>
                <a:lnTo>
                  <a:pt x="11460222" y="3307933"/>
                </a:lnTo>
                <a:close/>
                <a:moveTo>
                  <a:pt x="11114606" y="3307933"/>
                </a:moveTo>
                <a:cubicBezTo>
                  <a:pt x="11451404" y="3150210"/>
                  <a:pt x="11795665" y="2993610"/>
                  <a:pt x="12192014" y="2929927"/>
                </a:cubicBezTo>
                <a:lnTo>
                  <a:pt x="12192014" y="2939004"/>
                </a:lnTo>
                <a:cubicBezTo>
                  <a:pt x="11803982" y="3001589"/>
                  <a:pt x="11465871" y="3153461"/>
                  <a:pt x="11135632" y="3307920"/>
                </a:cubicBezTo>
                <a:lnTo>
                  <a:pt x="11114606" y="3307920"/>
                </a:lnTo>
                <a:close/>
                <a:moveTo>
                  <a:pt x="14" y="0"/>
                </a:moveTo>
                <a:cubicBezTo>
                  <a:pt x="480920" y="510154"/>
                  <a:pt x="1175309" y="626845"/>
                  <a:pt x="1847603" y="739743"/>
                </a:cubicBezTo>
                <a:cubicBezTo>
                  <a:pt x="2232111" y="804306"/>
                  <a:pt x="2609373" y="867664"/>
                  <a:pt x="2935766" y="1002616"/>
                </a:cubicBezTo>
                <a:cubicBezTo>
                  <a:pt x="3231639" y="1124956"/>
                  <a:pt x="3356837" y="1423890"/>
                  <a:pt x="3439011" y="1755201"/>
                </a:cubicBezTo>
                <a:cubicBezTo>
                  <a:pt x="3462975" y="1823436"/>
                  <a:pt x="3483959" y="1894190"/>
                  <a:pt x="3503290" y="1965960"/>
                </a:cubicBezTo>
                <a:cubicBezTo>
                  <a:pt x="3529123" y="2036972"/>
                  <a:pt x="3552193" y="2110137"/>
                  <a:pt x="3573949" y="2183736"/>
                </a:cubicBezTo>
                <a:cubicBezTo>
                  <a:pt x="3602587" y="2258920"/>
                  <a:pt x="3628651" y="2335771"/>
                  <a:pt x="3653943" y="2412255"/>
                </a:cubicBezTo>
                <a:cubicBezTo>
                  <a:pt x="3679735" y="2476073"/>
                  <a:pt x="3704119" y="2540474"/>
                  <a:pt x="3728232" y="2604144"/>
                </a:cubicBezTo>
                <a:cubicBezTo>
                  <a:pt x="3735507" y="2623339"/>
                  <a:pt x="3742741" y="2642467"/>
                  <a:pt x="3749975" y="2661487"/>
                </a:cubicBezTo>
                <a:cubicBezTo>
                  <a:pt x="3760744" y="2686074"/>
                  <a:pt x="3771392" y="2710607"/>
                  <a:pt x="3781986" y="2735018"/>
                </a:cubicBezTo>
                <a:cubicBezTo>
                  <a:pt x="3810718" y="2801248"/>
                  <a:pt x="3839085" y="2866597"/>
                  <a:pt x="3868440" y="2929467"/>
                </a:cubicBezTo>
                <a:cubicBezTo>
                  <a:pt x="3959433" y="2993082"/>
                  <a:pt x="4076287" y="3024036"/>
                  <a:pt x="4229988" y="3009839"/>
                </a:cubicBezTo>
                <a:cubicBezTo>
                  <a:pt x="4970177" y="2941401"/>
                  <a:pt x="5231520" y="2539756"/>
                  <a:pt x="5442482" y="2215490"/>
                </a:cubicBezTo>
                <a:cubicBezTo>
                  <a:pt x="5496560" y="2132367"/>
                  <a:pt x="5547347" y="2054298"/>
                  <a:pt x="5602143" y="1988014"/>
                </a:cubicBezTo>
                <a:cubicBezTo>
                  <a:pt x="5878061" y="1654238"/>
                  <a:pt x="6251313" y="1622186"/>
                  <a:pt x="7630337" y="2762125"/>
                </a:cubicBezTo>
                <a:cubicBezTo>
                  <a:pt x="7905456" y="2989546"/>
                  <a:pt x="8158453" y="3168715"/>
                  <a:pt x="8393379" y="3307933"/>
                </a:cubicBezTo>
                <a:lnTo>
                  <a:pt x="8375715" y="3307933"/>
                </a:lnTo>
                <a:cubicBezTo>
                  <a:pt x="8144121" y="3169554"/>
                  <a:pt x="7895011" y="2992486"/>
                  <a:pt x="7624647" y="2768993"/>
                </a:cubicBezTo>
                <a:cubicBezTo>
                  <a:pt x="6251597" y="1633985"/>
                  <a:pt x="5881394" y="1664195"/>
                  <a:pt x="5609024" y="1993676"/>
                </a:cubicBezTo>
                <a:cubicBezTo>
                  <a:pt x="5554621" y="2059500"/>
                  <a:pt x="5503943" y="2137393"/>
                  <a:pt x="5449973" y="2220326"/>
                </a:cubicBezTo>
                <a:cubicBezTo>
                  <a:pt x="5237941" y="2546218"/>
                  <a:pt x="4975298" y="2949895"/>
                  <a:pt x="4230801" y="3018712"/>
                </a:cubicBezTo>
                <a:cubicBezTo>
                  <a:pt x="4081665" y="3032503"/>
                  <a:pt x="3966762" y="3004651"/>
                  <a:pt x="3876325" y="2946211"/>
                </a:cubicBezTo>
                <a:cubicBezTo>
                  <a:pt x="3883477" y="2961329"/>
                  <a:pt x="3890711" y="2976284"/>
                  <a:pt x="3898013" y="2991063"/>
                </a:cubicBezTo>
                <a:cubicBezTo>
                  <a:pt x="3996362" y="3076299"/>
                  <a:pt x="4126315" y="3120610"/>
                  <a:pt x="4305253" y="3104056"/>
                </a:cubicBezTo>
                <a:cubicBezTo>
                  <a:pt x="5044901" y="3035673"/>
                  <a:pt x="5314060" y="2631494"/>
                  <a:pt x="5530535" y="2306401"/>
                </a:cubicBezTo>
                <a:cubicBezTo>
                  <a:pt x="5588731" y="2219025"/>
                  <a:pt x="5643135" y="2137325"/>
                  <a:pt x="5701860" y="2069253"/>
                </a:cubicBezTo>
                <a:cubicBezTo>
                  <a:pt x="5982005" y="1744499"/>
                  <a:pt x="6358060" y="1729435"/>
                  <a:pt x="7694588" y="2882365"/>
                </a:cubicBezTo>
                <a:cubicBezTo>
                  <a:pt x="7886639" y="3048068"/>
                  <a:pt x="8067514" y="3188777"/>
                  <a:pt x="8238852" y="3307920"/>
                </a:cubicBezTo>
                <a:lnTo>
                  <a:pt x="8223152" y="3307920"/>
                </a:lnTo>
                <a:cubicBezTo>
                  <a:pt x="8054699" y="3190159"/>
                  <a:pt x="7877075" y="3051603"/>
                  <a:pt x="7688763" y="2889111"/>
                </a:cubicBezTo>
                <a:cubicBezTo>
                  <a:pt x="6358060" y="1741234"/>
                  <a:pt x="5985107" y="1754537"/>
                  <a:pt x="5708606" y="2075079"/>
                </a:cubicBezTo>
                <a:cubicBezTo>
                  <a:pt x="5650180" y="2142812"/>
                  <a:pt x="5595952" y="2224254"/>
                  <a:pt x="5537959" y="2311346"/>
                </a:cubicBezTo>
                <a:cubicBezTo>
                  <a:pt x="5320426" y="2638024"/>
                  <a:pt x="5049954" y="3044166"/>
                  <a:pt x="4306052" y="3112943"/>
                </a:cubicBezTo>
                <a:cubicBezTo>
                  <a:pt x="4133901" y="3128860"/>
                  <a:pt x="4006495" y="3089643"/>
                  <a:pt x="3908769" y="3012386"/>
                </a:cubicBezTo>
                <a:cubicBezTo>
                  <a:pt x="3914499" y="3023494"/>
                  <a:pt x="3920256" y="3034548"/>
                  <a:pt x="3926041" y="3045507"/>
                </a:cubicBezTo>
                <a:cubicBezTo>
                  <a:pt x="4031610" y="3156265"/>
                  <a:pt x="4174283" y="3217361"/>
                  <a:pt x="4380491" y="3198300"/>
                </a:cubicBezTo>
                <a:cubicBezTo>
                  <a:pt x="5119529" y="3129971"/>
                  <a:pt x="5396504" y="2723341"/>
                  <a:pt x="5618481" y="2397449"/>
                </a:cubicBezTo>
                <a:cubicBezTo>
                  <a:pt x="5680863" y="2305860"/>
                  <a:pt x="5738937" y="2220597"/>
                  <a:pt x="5801767" y="2150818"/>
                </a:cubicBezTo>
                <a:cubicBezTo>
                  <a:pt x="6085921" y="1835194"/>
                  <a:pt x="6464104" y="1837009"/>
                  <a:pt x="7758840" y="3002605"/>
                </a:cubicBezTo>
                <a:cubicBezTo>
                  <a:pt x="7883822" y="3115165"/>
                  <a:pt x="8003953" y="3216629"/>
                  <a:pt x="8119696" y="3307907"/>
                </a:cubicBezTo>
                <a:lnTo>
                  <a:pt x="8105391" y="3307907"/>
                </a:lnTo>
                <a:cubicBezTo>
                  <a:pt x="7992195" y="3218282"/>
                  <a:pt x="7874867" y="3119107"/>
                  <a:pt x="7752893" y="3009243"/>
                </a:cubicBezTo>
                <a:cubicBezTo>
                  <a:pt x="6463873" y="1848754"/>
                  <a:pt x="6088793" y="1845313"/>
                  <a:pt x="5808404" y="2156778"/>
                </a:cubicBezTo>
                <a:cubicBezTo>
                  <a:pt x="5745995" y="2226124"/>
                  <a:pt x="5688096" y="2311129"/>
                  <a:pt x="5625877" y="2402461"/>
                </a:cubicBezTo>
                <a:cubicBezTo>
                  <a:pt x="5402844" y="2729911"/>
                  <a:pt x="5124528" y="3138492"/>
                  <a:pt x="4381331" y="3207187"/>
                </a:cubicBezTo>
                <a:cubicBezTo>
                  <a:pt x="4185121" y="3225339"/>
                  <a:pt x="4045793" y="3172331"/>
                  <a:pt x="3941051" y="3073671"/>
                </a:cubicBezTo>
                <a:lnTo>
                  <a:pt x="3946469" y="3083655"/>
                </a:lnTo>
                <a:lnTo>
                  <a:pt x="3949409" y="3088911"/>
                </a:lnTo>
                <a:cubicBezTo>
                  <a:pt x="4062916" y="3231002"/>
                  <a:pt x="4218216" y="3314490"/>
                  <a:pt x="4455770" y="3292531"/>
                </a:cubicBezTo>
                <a:cubicBezTo>
                  <a:pt x="5194131" y="3224270"/>
                  <a:pt x="5478909" y="2815255"/>
                  <a:pt x="5706371" y="2488550"/>
                </a:cubicBezTo>
                <a:cubicBezTo>
                  <a:pt x="5773102" y="2392734"/>
                  <a:pt x="5834902" y="2303963"/>
                  <a:pt x="5901904" y="2232667"/>
                </a:cubicBezTo>
                <a:cubicBezTo>
                  <a:pt x="6189811" y="1926282"/>
                  <a:pt x="6569524" y="1944841"/>
                  <a:pt x="7823146" y="3122886"/>
                </a:cubicBezTo>
                <a:cubicBezTo>
                  <a:pt x="7892586" y="3188195"/>
                  <a:pt x="7960401" y="3249683"/>
                  <a:pt x="8026847" y="3307907"/>
                </a:cubicBezTo>
                <a:lnTo>
                  <a:pt x="8013409" y="3307907"/>
                </a:lnTo>
                <a:cubicBezTo>
                  <a:pt x="7949292" y="3251566"/>
                  <a:pt x="7883930" y="3192272"/>
                  <a:pt x="7817050" y="3129375"/>
                </a:cubicBezTo>
                <a:cubicBezTo>
                  <a:pt x="6568982" y="1956572"/>
                  <a:pt x="6192452" y="1936496"/>
                  <a:pt x="5908406" y="2238763"/>
                </a:cubicBezTo>
                <a:cubicBezTo>
                  <a:pt x="5841919" y="2309517"/>
                  <a:pt x="5780268" y="2398085"/>
                  <a:pt x="5713713" y="2493657"/>
                </a:cubicBezTo>
                <a:cubicBezTo>
                  <a:pt x="5485181" y="2821866"/>
                  <a:pt x="5199102" y="3232790"/>
                  <a:pt x="4456610" y="3301431"/>
                </a:cubicBezTo>
                <a:cubicBezTo>
                  <a:pt x="4240730" y="3321372"/>
                  <a:pt x="4091987" y="3255955"/>
                  <a:pt x="3980797" y="3139156"/>
                </a:cubicBezTo>
                <a:cubicBezTo>
                  <a:pt x="4030269" y="3207431"/>
                  <a:pt x="4086880" y="3265113"/>
                  <a:pt x="4154316" y="3307907"/>
                </a:cubicBezTo>
                <a:lnTo>
                  <a:pt x="4137193" y="3307907"/>
                </a:lnTo>
                <a:cubicBezTo>
                  <a:pt x="4096390" y="3280461"/>
                  <a:pt x="4059584" y="3247529"/>
                  <a:pt x="4025961" y="3210086"/>
                </a:cubicBezTo>
                <a:cubicBezTo>
                  <a:pt x="4051334" y="3245389"/>
                  <a:pt x="4078292" y="3278171"/>
                  <a:pt x="4107295" y="3307907"/>
                </a:cubicBezTo>
                <a:lnTo>
                  <a:pt x="4094494" y="3307907"/>
                </a:lnTo>
                <a:cubicBezTo>
                  <a:pt x="4082126" y="3294888"/>
                  <a:pt x="4070137" y="3281314"/>
                  <a:pt x="4058473" y="3267239"/>
                </a:cubicBezTo>
                <a:cubicBezTo>
                  <a:pt x="4068254" y="3281125"/>
                  <a:pt x="4078211" y="3294685"/>
                  <a:pt x="4088411" y="3307907"/>
                </a:cubicBezTo>
                <a:lnTo>
                  <a:pt x="4076951" y="3307907"/>
                </a:lnTo>
                <a:cubicBezTo>
                  <a:pt x="4070015" y="3298763"/>
                  <a:pt x="4063174" y="3289469"/>
                  <a:pt x="4056427" y="3280014"/>
                </a:cubicBezTo>
                <a:cubicBezTo>
                  <a:pt x="4062686" y="3289415"/>
                  <a:pt x="4069012" y="3298708"/>
                  <a:pt x="4075366" y="3307907"/>
                </a:cubicBezTo>
                <a:lnTo>
                  <a:pt x="4064461" y="3307907"/>
                </a:lnTo>
                <a:cubicBezTo>
                  <a:pt x="4007470" y="3224798"/>
                  <a:pt x="3954651" y="3133087"/>
                  <a:pt x="3901264" y="3038382"/>
                </a:cubicBezTo>
                <a:cubicBezTo>
                  <a:pt x="3895520" y="3029739"/>
                  <a:pt x="3889898" y="3020907"/>
                  <a:pt x="3884371" y="3011952"/>
                </a:cubicBezTo>
                <a:cubicBezTo>
                  <a:pt x="3865636" y="2988544"/>
                  <a:pt x="3848147" y="2963442"/>
                  <a:pt x="3831715" y="2936877"/>
                </a:cubicBezTo>
                <a:cubicBezTo>
                  <a:pt x="3811125" y="2912303"/>
                  <a:pt x="3792173" y="2885630"/>
                  <a:pt x="3774549" y="2857128"/>
                </a:cubicBezTo>
                <a:cubicBezTo>
                  <a:pt x="3713196" y="2786671"/>
                  <a:pt x="3666839" y="2697128"/>
                  <a:pt x="3629355" y="2595392"/>
                </a:cubicBezTo>
                <a:cubicBezTo>
                  <a:pt x="3503751" y="2425815"/>
                  <a:pt x="3349752" y="2277100"/>
                  <a:pt x="3135579" y="2187286"/>
                </a:cubicBezTo>
                <a:cubicBezTo>
                  <a:pt x="2837756" y="2062575"/>
                  <a:pt x="2507028" y="1976825"/>
                  <a:pt x="2170312" y="1889530"/>
                </a:cubicBezTo>
                <a:cubicBezTo>
                  <a:pt x="1466969" y="1707178"/>
                  <a:pt x="737508" y="1518067"/>
                  <a:pt x="225484" y="953089"/>
                </a:cubicBezTo>
                <a:cubicBezTo>
                  <a:pt x="149460" y="873272"/>
                  <a:pt x="74290" y="800161"/>
                  <a:pt x="68" y="733295"/>
                </a:cubicBezTo>
                <a:lnTo>
                  <a:pt x="68" y="721306"/>
                </a:lnTo>
                <a:cubicBezTo>
                  <a:pt x="76390" y="789771"/>
                  <a:pt x="153714" y="864806"/>
                  <a:pt x="231932" y="946939"/>
                </a:cubicBezTo>
                <a:lnTo>
                  <a:pt x="232000" y="947007"/>
                </a:lnTo>
                <a:cubicBezTo>
                  <a:pt x="742235" y="1510074"/>
                  <a:pt x="1470423" y="1698860"/>
                  <a:pt x="2172547" y="1880887"/>
                </a:cubicBezTo>
                <a:cubicBezTo>
                  <a:pt x="2509615" y="1968263"/>
                  <a:pt x="2840723" y="2054095"/>
                  <a:pt x="3139034" y="2179036"/>
                </a:cubicBezTo>
                <a:cubicBezTo>
                  <a:pt x="3345363" y="2265558"/>
                  <a:pt x="3496083" y="2406010"/>
                  <a:pt x="3619290" y="2567080"/>
                </a:cubicBezTo>
                <a:cubicBezTo>
                  <a:pt x="3602736" y="2519192"/>
                  <a:pt x="3587970" y="2468853"/>
                  <a:pt x="3574342" y="2416739"/>
                </a:cubicBezTo>
                <a:cubicBezTo>
                  <a:pt x="3457421" y="2249383"/>
                  <a:pt x="3311537" y="2104990"/>
                  <a:pt x="3106549" y="2019212"/>
                </a:cubicBezTo>
                <a:cubicBezTo>
                  <a:pt x="2804119" y="1892795"/>
                  <a:pt x="2466144" y="1809957"/>
                  <a:pt x="2122004" y="1725588"/>
                </a:cubicBezTo>
                <a:cubicBezTo>
                  <a:pt x="1410736" y="1551297"/>
                  <a:pt x="673161" y="1370489"/>
                  <a:pt x="166597" y="785761"/>
                </a:cubicBezTo>
                <a:cubicBezTo>
                  <a:pt x="110568" y="723920"/>
                  <a:pt x="55027" y="666157"/>
                  <a:pt x="14" y="612201"/>
                </a:cubicBezTo>
                <a:lnTo>
                  <a:pt x="14" y="599711"/>
                </a:lnTo>
                <a:cubicBezTo>
                  <a:pt x="57208" y="655537"/>
                  <a:pt x="114984" y="715508"/>
                  <a:pt x="173275" y="779841"/>
                </a:cubicBezTo>
                <a:lnTo>
                  <a:pt x="173357" y="779922"/>
                </a:lnTo>
                <a:cubicBezTo>
                  <a:pt x="678065" y="1362537"/>
                  <a:pt x="1414204" y="1542993"/>
                  <a:pt x="2124077" y="1716986"/>
                </a:cubicBezTo>
                <a:cubicBezTo>
                  <a:pt x="2468623" y="1801436"/>
                  <a:pt x="2807005" y="1884396"/>
                  <a:pt x="3109935" y="2011003"/>
                </a:cubicBezTo>
                <a:cubicBezTo>
                  <a:pt x="3309031" y="2094328"/>
                  <a:pt x="3452653" y="2232152"/>
                  <a:pt x="3568057" y="2392518"/>
                </a:cubicBezTo>
                <a:cubicBezTo>
                  <a:pt x="3557463" y="2350523"/>
                  <a:pt x="3547547" y="2307458"/>
                  <a:pt x="3538010" y="2263662"/>
                </a:cubicBezTo>
                <a:cubicBezTo>
                  <a:pt x="3426426" y="2087839"/>
                  <a:pt x="3283929" y="1937417"/>
                  <a:pt x="3077478" y="1851193"/>
                </a:cubicBezTo>
                <a:cubicBezTo>
                  <a:pt x="2770795" y="1723244"/>
                  <a:pt x="2425842" y="1643441"/>
                  <a:pt x="2074577" y="1562148"/>
                </a:cubicBezTo>
                <a:cubicBezTo>
                  <a:pt x="1355209" y="1395713"/>
                  <a:pt x="609221" y="1223102"/>
                  <a:pt x="107859" y="618487"/>
                </a:cubicBezTo>
                <a:lnTo>
                  <a:pt x="107859" y="618487"/>
                </a:lnTo>
                <a:cubicBezTo>
                  <a:pt x="71689" y="576546"/>
                  <a:pt x="35736" y="536489"/>
                  <a:pt x="14" y="498233"/>
                </a:cubicBezTo>
                <a:lnTo>
                  <a:pt x="14" y="485187"/>
                </a:lnTo>
                <a:cubicBezTo>
                  <a:pt x="37971" y="525651"/>
                  <a:pt x="76200" y="568120"/>
                  <a:pt x="114659" y="612716"/>
                </a:cubicBezTo>
                <a:lnTo>
                  <a:pt x="114727" y="612784"/>
                </a:lnTo>
                <a:cubicBezTo>
                  <a:pt x="614192" y="1215095"/>
                  <a:pt x="1358649" y="1387328"/>
                  <a:pt x="2076569" y="1553437"/>
                </a:cubicBezTo>
                <a:cubicBezTo>
                  <a:pt x="2428240" y="1634812"/>
                  <a:pt x="2773558" y="1714710"/>
                  <a:pt x="3080919" y="1842943"/>
                </a:cubicBezTo>
                <a:cubicBezTo>
                  <a:pt x="3281639" y="1926769"/>
                  <a:pt x="3422254" y="2070351"/>
                  <a:pt x="3532686" y="2238844"/>
                </a:cubicBezTo>
                <a:cubicBezTo>
                  <a:pt x="3524585" y="2200941"/>
                  <a:pt x="3516742" y="2162536"/>
                  <a:pt x="3508939" y="2123860"/>
                </a:cubicBezTo>
                <a:cubicBezTo>
                  <a:pt x="3401866" y="1933760"/>
                  <a:pt x="3261279" y="1771809"/>
                  <a:pt x="3048474" y="1683106"/>
                </a:cubicBezTo>
                <a:cubicBezTo>
                  <a:pt x="2737714" y="1553708"/>
                  <a:pt x="2386056" y="1477047"/>
                  <a:pt x="2027909" y="1398964"/>
                </a:cubicBezTo>
                <a:cubicBezTo>
                  <a:pt x="1300196" y="1240346"/>
                  <a:pt x="545592" y="1075836"/>
                  <a:pt x="49161" y="451253"/>
                </a:cubicBezTo>
                <a:cubicBezTo>
                  <a:pt x="32729" y="431258"/>
                  <a:pt x="16351" y="411683"/>
                  <a:pt x="14" y="392528"/>
                </a:cubicBezTo>
                <a:lnTo>
                  <a:pt x="14" y="378805"/>
                </a:lnTo>
                <a:cubicBezTo>
                  <a:pt x="18627" y="400534"/>
                  <a:pt x="37308" y="422764"/>
                  <a:pt x="56056" y="445591"/>
                </a:cubicBezTo>
                <a:lnTo>
                  <a:pt x="56097" y="445631"/>
                </a:lnTo>
                <a:cubicBezTo>
                  <a:pt x="550523" y="1067762"/>
                  <a:pt x="1303596" y="1231934"/>
                  <a:pt x="2029792" y="1390240"/>
                </a:cubicBezTo>
                <a:cubicBezTo>
                  <a:pt x="2388345" y="1468404"/>
                  <a:pt x="2740382" y="1545146"/>
                  <a:pt x="3051861" y="1674869"/>
                </a:cubicBezTo>
                <a:cubicBezTo>
                  <a:pt x="3258258" y="1760891"/>
                  <a:pt x="3397165" y="1914659"/>
                  <a:pt x="3503331" y="2096076"/>
                </a:cubicBezTo>
                <a:lnTo>
                  <a:pt x="3499389" y="2076406"/>
                </a:lnTo>
                <a:cubicBezTo>
                  <a:pt x="3493862" y="2048933"/>
                  <a:pt x="3488335" y="2021352"/>
                  <a:pt x="3482713" y="1993771"/>
                </a:cubicBezTo>
                <a:cubicBezTo>
                  <a:pt x="3380395" y="1785071"/>
                  <a:pt x="3241541" y="1607447"/>
                  <a:pt x="3019457" y="1515046"/>
                </a:cubicBezTo>
                <a:cubicBezTo>
                  <a:pt x="2704782" y="1384253"/>
                  <a:pt x="2346635" y="1310830"/>
                  <a:pt x="1981810" y="1236052"/>
                </a:cubicBezTo>
                <a:cubicBezTo>
                  <a:pt x="1250303" y="1086131"/>
                  <a:pt x="491961" y="930575"/>
                  <a:pt x="14" y="296293"/>
                </a:cubicBezTo>
                <a:lnTo>
                  <a:pt x="14" y="281771"/>
                </a:lnTo>
                <a:cubicBezTo>
                  <a:pt x="489712" y="921065"/>
                  <a:pt x="1250208" y="1077014"/>
                  <a:pt x="1983598" y="1227328"/>
                </a:cubicBezTo>
                <a:cubicBezTo>
                  <a:pt x="2348870" y="1302201"/>
                  <a:pt x="2707437" y="1375705"/>
                  <a:pt x="3022857" y="1506809"/>
                </a:cubicBezTo>
                <a:cubicBezTo>
                  <a:pt x="3236895" y="1595852"/>
                  <a:pt x="3374150" y="1762652"/>
                  <a:pt x="3475790" y="1960027"/>
                </a:cubicBezTo>
                <a:cubicBezTo>
                  <a:pt x="3469694" y="1930644"/>
                  <a:pt x="3463490" y="1901275"/>
                  <a:pt x="3457069" y="1872041"/>
                </a:cubicBezTo>
                <a:cubicBezTo>
                  <a:pt x="3360251" y="1641043"/>
                  <a:pt x="3223863" y="1443939"/>
                  <a:pt x="2990440" y="1347013"/>
                </a:cubicBezTo>
                <a:cubicBezTo>
                  <a:pt x="2672039" y="1214892"/>
                  <a:pt x="2307566" y="1144788"/>
                  <a:pt x="1936212" y="1073397"/>
                </a:cubicBezTo>
                <a:cubicBezTo>
                  <a:pt x="1225201" y="936657"/>
                  <a:pt x="489062" y="795067"/>
                  <a:pt x="14" y="204392"/>
                </a:cubicBezTo>
                <a:lnTo>
                  <a:pt x="14" y="190263"/>
                </a:lnTo>
                <a:cubicBezTo>
                  <a:pt x="487043" y="785558"/>
                  <a:pt x="1225133" y="927567"/>
                  <a:pt x="1937891" y="1064633"/>
                </a:cubicBezTo>
                <a:cubicBezTo>
                  <a:pt x="2309693" y="1136132"/>
                  <a:pt x="2674640" y="1206317"/>
                  <a:pt x="2993813" y="1338749"/>
                </a:cubicBezTo>
                <a:cubicBezTo>
                  <a:pt x="3215451" y="1430772"/>
                  <a:pt x="3350240" y="1611403"/>
                  <a:pt x="3446611" y="1825535"/>
                </a:cubicBezTo>
                <a:cubicBezTo>
                  <a:pt x="3441422" y="1802940"/>
                  <a:pt x="3436085" y="1780465"/>
                  <a:pt x="3430558" y="1758141"/>
                </a:cubicBezTo>
                <a:cubicBezTo>
                  <a:pt x="3340324" y="1501404"/>
                  <a:pt x="3207742" y="1281014"/>
                  <a:pt x="2961396" y="1178953"/>
                </a:cubicBezTo>
                <a:cubicBezTo>
                  <a:pt x="2639378" y="1045572"/>
                  <a:pt x="2268701" y="978855"/>
                  <a:pt x="1891006" y="910891"/>
                </a:cubicBezTo>
                <a:cubicBezTo>
                  <a:pt x="1200221" y="786574"/>
                  <a:pt x="485946" y="657948"/>
                  <a:pt x="14" y="109999"/>
                </a:cubicBezTo>
                <a:lnTo>
                  <a:pt x="14" y="96547"/>
                </a:lnTo>
                <a:cubicBezTo>
                  <a:pt x="484158" y="648628"/>
                  <a:pt x="1200221" y="777511"/>
                  <a:pt x="1892578" y="902100"/>
                </a:cubicBezTo>
                <a:cubicBezTo>
                  <a:pt x="2270787" y="970145"/>
                  <a:pt x="2641952" y="1036957"/>
                  <a:pt x="2964797" y="1170676"/>
                </a:cubicBezTo>
                <a:cubicBezTo>
                  <a:pt x="3187775" y="1263051"/>
                  <a:pt x="3318324" y="1450455"/>
                  <a:pt x="3408436" y="1673894"/>
                </a:cubicBezTo>
                <a:cubicBezTo>
                  <a:pt x="3326262" y="1378929"/>
                  <a:pt x="3199587" y="1121366"/>
                  <a:pt x="2932379" y="1010879"/>
                </a:cubicBezTo>
                <a:cubicBezTo>
                  <a:pt x="2606853" y="876266"/>
                  <a:pt x="2230107" y="813003"/>
                  <a:pt x="1846140" y="748521"/>
                </a:cubicBezTo>
                <a:cubicBezTo>
                  <a:pt x="1175295" y="635881"/>
                  <a:pt x="482492" y="519460"/>
                  <a:pt x="14" y="13032"/>
                </a:cubicBezTo>
                <a:lnTo>
                  <a:pt x="14" y="0"/>
                </a:lnTo>
                <a:close/>
                <a:moveTo>
                  <a:pt x="636761" y="2124023"/>
                </a:moveTo>
                <a:lnTo>
                  <a:pt x="636734" y="2124023"/>
                </a:lnTo>
              </a:path>
            </a:pathLst>
          </a:custGeom>
          <a:solidFill>
            <a:schemeClr val="bg1">
              <a:lumMod val="95000"/>
              <a:alpha val="10000"/>
            </a:schemeClr>
          </a:solidFill>
          <a:ln w="135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Graphic 22">
            <a:extLst>
              <a:ext uri="{FF2B5EF4-FFF2-40B4-BE49-F238E27FC236}">
                <a16:creationId xmlns:a16="http://schemas.microsoft.com/office/drawing/2014/main" id="{E98853BF-6DB1-5954-4269-9DC26902319B}"/>
              </a:ext>
            </a:extLst>
          </p:cNvPr>
          <p:cNvSpPr/>
          <p:nvPr userDrawn="1"/>
        </p:nvSpPr>
        <p:spPr>
          <a:xfrm flipH="1" flipV="1">
            <a:off x="0" y="5390414"/>
            <a:ext cx="5430577" cy="1467586"/>
          </a:xfrm>
          <a:custGeom>
            <a:avLst/>
            <a:gdLst>
              <a:gd name="connsiteX0" fmla="*/ 5353451 w 5430577"/>
              <a:gd name="connsiteY0" fmla="*/ 778363 h 1467586"/>
              <a:gd name="connsiteX1" fmla="*/ 5324681 w 5430577"/>
              <a:gd name="connsiteY1" fmla="*/ 725644 h 1467586"/>
              <a:gd name="connsiteX2" fmla="*/ 5350695 w 5430577"/>
              <a:gd name="connsiteY2" fmla="*/ 774012 h 1467586"/>
              <a:gd name="connsiteX3" fmla="*/ 5353465 w 5430577"/>
              <a:gd name="connsiteY3" fmla="*/ 778363 h 1467586"/>
              <a:gd name="connsiteX4" fmla="*/ 3234726 w 5430577"/>
              <a:gd name="connsiteY4" fmla="*/ 26 h 1467586"/>
              <a:gd name="connsiteX5" fmla="*/ 3218865 w 5430577"/>
              <a:gd name="connsiteY5" fmla="*/ 26 h 1467586"/>
              <a:gd name="connsiteX6" fmla="*/ 2253600 w 5430577"/>
              <a:gd name="connsiteY6" fmla="*/ 239347 h 1467586"/>
              <a:gd name="connsiteX7" fmla="*/ 1774711 w 5430577"/>
              <a:gd name="connsiteY7" fmla="*/ 26 h 1467586"/>
              <a:gd name="connsiteX8" fmla="*/ 1763252 w 5430577"/>
              <a:gd name="connsiteY8" fmla="*/ 26 h 1467586"/>
              <a:gd name="connsiteX9" fmla="*/ 2253012 w 5430577"/>
              <a:gd name="connsiteY9" fmla="*/ 247944 h 1467586"/>
              <a:gd name="connsiteX10" fmla="*/ 3234726 w 5430577"/>
              <a:gd name="connsiteY10" fmla="*/ 26 h 1467586"/>
              <a:gd name="connsiteX11" fmla="*/ 3437620 w 5430577"/>
              <a:gd name="connsiteY11" fmla="*/ 26 h 1467586"/>
              <a:gd name="connsiteX12" fmla="*/ 3423562 w 5430577"/>
              <a:gd name="connsiteY12" fmla="*/ 26 h 1467586"/>
              <a:gd name="connsiteX13" fmla="*/ 2310788 w 5430577"/>
              <a:gd name="connsiteY13" fmla="*/ 340617 h 1467586"/>
              <a:gd name="connsiteX14" fmla="*/ 1738729 w 5430577"/>
              <a:gd name="connsiteY14" fmla="*/ 26 h 1467586"/>
              <a:gd name="connsiteX15" fmla="*/ 1728158 w 5430577"/>
              <a:gd name="connsiteY15" fmla="*/ 26 h 1467586"/>
              <a:gd name="connsiteX16" fmla="*/ 2310213 w 5430577"/>
              <a:gd name="connsiteY16" fmla="*/ 349227 h 1467586"/>
              <a:gd name="connsiteX17" fmla="*/ 3437620 w 5430577"/>
              <a:gd name="connsiteY17" fmla="*/ 26 h 1467586"/>
              <a:gd name="connsiteX18" fmla="*/ 3625489 w 5430577"/>
              <a:gd name="connsiteY18" fmla="*/ 26 h 1467586"/>
              <a:gd name="connsiteX19" fmla="*/ 3612227 w 5430577"/>
              <a:gd name="connsiteY19" fmla="*/ 26 h 1467586"/>
              <a:gd name="connsiteX20" fmla="*/ 2368001 w 5430577"/>
              <a:gd name="connsiteY20" fmla="*/ 441914 h 1467586"/>
              <a:gd name="connsiteX21" fmla="*/ 1702720 w 5430577"/>
              <a:gd name="connsiteY21" fmla="*/ 26 h 1467586"/>
              <a:gd name="connsiteX22" fmla="*/ 1692398 w 5430577"/>
              <a:gd name="connsiteY22" fmla="*/ 26 h 1467586"/>
              <a:gd name="connsiteX23" fmla="*/ 2367413 w 5430577"/>
              <a:gd name="connsiteY23" fmla="*/ 450498 h 1467586"/>
              <a:gd name="connsiteX24" fmla="*/ 3625476 w 5430577"/>
              <a:gd name="connsiteY24" fmla="*/ 26 h 1467586"/>
              <a:gd name="connsiteX25" fmla="*/ 3807583 w 5430577"/>
              <a:gd name="connsiteY25" fmla="*/ 26 h 1467586"/>
              <a:gd name="connsiteX26" fmla="*/ 3794609 w 5430577"/>
              <a:gd name="connsiteY26" fmla="*/ 26 h 1467586"/>
              <a:gd name="connsiteX27" fmla="*/ 2425215 w 5430577"/>
              <a:gd name="connsiteY27" fmla="*/ 543198 h 1467586"/>
              <a:gd name="connsiteX28" fmla="*/ 1656494 w 5430577"/>
              <a:gd name="connsiteY28" fmla="*/ 26 h 1467586"/>
              <a:gd name="connsiteX29" fmla="*/ 1646068 w 5430577"/>
              <a:gd name="connsiteY29" fmla="*/ 26 h 1467586"/>
              <a:gd name="connsiteX30" fmla="*/ 2424614 w 5430577"/>
              <a:gd name="connsiteY30" fmla="*/ 551782 h 1467586"/>
              <a:gd name="connsiteX31" fmla="*/ 3807583 w 5430577"/>
              <a:gd name="connsiteY31" fmla="*/ 26 h 1467586"/>
              <a:gd name="connsiteX32" fmla="*/ 3991362 w 5430577"/>
              <a:gd name="connsiteY32" fmla="*/ 26 h 1467586"/>
              <a:gd name="connsiteX33" fmla="*/ 3978179 w 5430577"/>
              <a:gd name="connsiteY33" fmla="*/ 26 h 1467586"/>
              <a:gd name="connsiteX34" fmla="*/ 3904280 w 5430577"/>
              <a:gd name="connsiteY34" fmla="*/ 64413 h 1467586"/>
              <a:gd name="connsiteX35" fmla="*/ 2482416 w 5430577"/>
              <a:gd name="connsiteY35" fmla="*/ 644481 h 1467586"/>
              <a:gd name="connsiteX36" fmla="*/ 1591520 w 5430577"/>
              <a:gd name="connsiteY36" fmla="*/ 26 h 1467586"/>
              <a:gd name="connsiteX37" fmla="*/ 1580714 w 5430577"/>
              <a:gd name="connsiteY37" fmla="*/ 26 h 1467586"/>
              <a:gd name="connsiteX38" fmla="*/ 1582557 w 5430577"/>
              <a:gd name="connsiteY38" fmla="*/ 2469 h 1467586"/>
              <a:gd name="connsiteX39" fmla="*/ 2481815 w 5430577"/>
              <a:gd name="connsiteY39" fmla="*/ 653065 h 1467586"/>
              <a:gd name="connsiteX40" fmla="*/ 3909951 w 5430577"/>
              <a:gd name="connsiteY40" fmla="*/ 70880 h 1467586"/>
              <a:gd name="connsiteX41" fmla="*/ 3991348 w 5430577"/>
              <a:gd name="connsiteY41" fmla="*/ 26 h 1467586"/>
              <a:gd name="connsiteX42" fmla="*/ 4187200 w 5430577"/>
              <a:gd name="connsiteY42" fmla="*/ 26 h 1467586"/>
              <a:gd name="connsiteX43" fmla="*/ 4172815 w 5430577"/>
              <a:gd name="connsiteY43" fmla="*/ 26 h 1467586"/>
              <a:gd name="connsiteX44" fmla="*/ 3972900 w 5430577"/>
              <a:gd name="connsiteY44" fmla="*/ 165291 h 1467586"/>
              <a:gd name="connsiteX45" fmla="*/ 2539630 w 5430577"/>
              <a:gd name="connsiteY45" fmla="*/ 745765 h 1467586"/>
              <a:gd name="connsiteX46" fmla="*/ 1600652 w 5430577"/>
              <a:gd name="connsiteY46" fmla="*/ 117498 h 1467586"/>
              <a:gd name="connsiteX47" fmla="*/ 1499356 w 5430577"/>
              <a:gd name="connsiteY47" fmla="*/ 26 h 1467586"/>
              <a:gd name="connsiteX48" fmla="*/ 1487936 w 5430577"/>
              <a:gd name="connsiteY48" fmla="*/ 26 h 1467586"/>
              <a:gd name="connsiteX49" fmla="*/ 1594133 w 5430577"/>
              <a:gd name="connsiteY49" fmla="*/ 123090 h 1467586"/>
              <a:gd name="connsiteX50" fmla="*/ 2539042 w 5430577"/>
              <a:gd name="connsiteY50" fmla="*/ 754349 h 1467586"/>
              <a:gd name="connsiteX51" fmla="*/ 3978518 w 5430577"/>
              <a:gd name="connsiteY51" fmla="*/ 171798 h 1467586"/>
              <a:gd name="connsiteX52" fmla="*/ 4187200 w 5430577"/>
              <a:gd name="connsiteY52" fmla="*/ 26 h 1467586"/>
              <a:gd name="connsiteX53" fmla="*/ 4428690 w 5430577"/>
              <a:gd name="connsiteY53" fmla="*/ 26 h 1467586"/>
              <a:gd name="connsiteX54" fmla="*/ 4407576 w 5430577"/>
              <a:gd name="connsiteY54" fmla="*/ 26 h 1467586"/>
              <a:gd name="connsiteX55" fmla="*/ 4041402 w 5430577"/>
              <a:gd name="connsiteY55" fmla="*/ 266222 h 1467586"/>
              <a:gd name="connsiteX56" fmla="*/ 2596843 w 5430577"/>
              <a:gd name="connsiteY56" fmla="*/ 847048 h 1467586"/>
              <a:gd name="connsiteX57" fmla="*/ 1603096 w 5430577"/>
              <a:gd name="connsiteY57" fmla="*/ 233350 h 1467586"/>
              <a:gd name="connsiteX58" fmla="*/ 1371249 w 5430577"/>
              <a:gd name="connsiteY58" fmla="*/ 13 h 1467586"/>
              <a:gd name="connsiteX59" fmla="*/ 1358810 w 5430577"/>
              <a:gd name="connsiteY59" fmla="*/ 13 h 1467586"/>
              <a:gd name="connsiteX60" fmla="*/ 1596942 w 5430577"/>
              <a:gd name="connsiteY60" fmla="*/ 239334 h 1467586"/>
              <a:gd name="connsiteX61" fmla="*/ 2596255 w 5430577"/>
              <a:gd name="connsiteY61" fmla="*/ 855619 h 1467586"/>
              <a:gd name="connsiteX62" fmla="*/ 4046994 w 5430577"/>
              <a:gd name="connsiteY62" fmla="*/ 272768 h 1467586"/>
              <a:gd name="connsiteX63" fmla="*/ 4422248 w 5430577"/>
              <a:gd name="connsiteY63" fmla="*/ 2783 h 1467586"/>
              <a:gd name="connsiteX64" fmla="*/ 4428716 w 5430577"/>
              <a:gd name="connsiteY64" fmla="*/ 0 h 1467586"/>
              <a:gd name="connsiteX65" fmla="*/ 5430564 w 5430577"/>
              <a:gd name="connsiteY65" fmla="*/ 753552 h 1467586"/>
              <a:gd name="connsiteX66" fmla="*/ 5430564 w 5430577"/>
              <a:gd name="connsiteY66" fmla="*/ 737181 h 1467586"/>
              <a:gd name="connsiteX67" fmla="*/ 5413710 w 5430577"/>
              <a:gd name="connsiteY67" fmla="*/ 709848 h 1467586"/>
              <a:gd name="connsiteX68" fmla="*/ 4945834 w 5430577"/>
              <a:gd name="connsiteY68" fmla="*/ 26 h 1467586"/>
              <a:gd name="connsiteX69" fmla="*/ 4935369 w 5430577"/>
              <a:gd name="connsiteY69" fmla="*/ 26 h 1467586"/>
              <a:gd name="connsiteX70" fmla="*/ 5406380 w 5430577"/>
              <a:gd name="connsiteY70" fmla="*/ 714316 h 1467586"/>
              <a:gd name="connsiteX71" fmla="*/ 5430564 w 5430577"/>
              <a:gd name="connsiteY71" fmla="*/ 753539 h 1467586"/>
              <a:gd name="connsiteX72" fmla="*/ 5430564 w 5430577"/>
              <a:gd name="connsiteY72" fmla="*/ 806911 h 1467586"/>
              <a:gd name="connsiteX73" fmla="*/ 5430564 w 5430577"/>
              <a:gd name="connsiteY73" fmla="*/ 789861 h 1467586"/>
              <a:gd name="connsiteX74" fmla="*/ 4922042 w 5430577"/>
              <a:gd name="connsiteY74" fmla="*/ 39 h 1467586"/>
              <a:gd name="connsiteX75" fmla="*/ 4911564 w 5430577"/>
              <a:gd name="connsiteY75" fmla="*/ 39 h 1467586"/>
              <a:gd name="connsiteX76" fmla="*/ 5430564 w 5430577"/>
              <a:gd name="connsiteY76" fmla="*/ 806924 h 1467586"/>
              <a:gd name="connsiteX77" fmla="*/ 5430564 w 5430577"/>
              <a:gd name="connsiteY77" fmla="*/ 852967 h 1467586"/>
              <a:gd name="connsiteX78" fmla="*/ 5430564 w 5430577"/>
              <a:gd name="connsiteY78" fmla="*/ 835355 h 1467586"/>
              <a:gd name="connsiteX79" fmla="*/ 4900445 w 5430577"/>
              <a:gd name="connsiteY79" fmla="*/ 26 h 1467586"/>
              <a:gd name="connsiteX80" fmla="*/ 4889875 w 5430577"/>
              <a:gd name="connsiteY80" fmla="*/ 26 h 1467586"/>
              <a:gd name="connsiteX81" fmla="*/ 5430564 w 5430577"/>
              <a:gd name="connsiteY81" fmla="*/ 852967 h 1467586"/>
              <a:gd name="connsiteX82" fmla="*/ 5430564 w 5430577"/>
              <a:gd name="connsiteY82" fmla="*/ 891928 h 1467586"/>
              <a:gd name="connsiteX83" fmla="*/ 5430564 w 5430577"/>
              <a:gd name="connsiteY83" fmla="*/ 873924 h 1467586"/>
              <a:gd name="connsiteX84" fmla="*/ 4879174 w 5430577"/>
              <a:gd name="connsiteY84" fmla="*/ 26 h 1467586"/>
              <a:gd name="connsiteX85" fmla="*/ 4868421 w 5430577"/>
              <a:gd name="connsiteY85" fmla="*/ 26 h 1467586"/>
              <a:gd name="connsiteX86" fmla="*/ 5430564 w 5430577"/>
              <a:gd name="connsiteY86" fmla="*/ 891928 h 1467586"/>
              <a:gd name="connsiteX87" fmla="*/ 5430564 w 5430577"/>
              <a:gd name="connsiteY87" fmla="*/ 967643 h 1467586"/>
              <a:gd name="connsiteX88" fmla="*/ 5430564 w 5430577"/>
              <a:gd name="connsiteY88" fmla="*/ 900630 h 1467586"/>
              <a:gd name="connsiteX89" fmla="*/ 5413893 w 5430577"/>
              <a:gd name="connsiteY89" fmla="*/ 873101 h 1467586"/>
              <a:gd name="connsiteX90" fmla="*/ 4854781 w 5430577"/>
              <a:gd name="connsiteY90" fmla="*/ 26 h 1467586"/>
              <a:gd name="connsiteX91" fmla="*/ 4843649 w 5430577"/>
              <a:gd name="connsiteY91" fmla="*/ 26 h 1467586"/>
              <a:gd name="connsiteX92" fmla="*/ 5117410 w 5430577"/>
              <a:gd name="connsiteY92" fmla="*/ 372314 h 1467586"/>
              <a:gd name="connsiteX93" fmla="*/ 4820118 w 5430577"/>
              <a:gd name="connsiteY93" fmla="*/ 26 h 1467586"/>
              <a:gd name="connsiteX94" fmla="*/ 4807732 w 5430577"/>
              <a:gd name="connsiteY94" fmla="*/ 26 h 1467586"/>
              <a:gd name="connsiteX95" fmla="*/ 5083388 w 5430577"/>
              <a:gd name="connsiteY95" fmla="*/ 335587 h 1467586"/>
              <a:gd name="connsiteX96" fmla="*/ 4747814 w 5430577"/>
              <a:gd name="connsiteY96" fmla="*/ 26 h 1467586"/>
              <a:gd name="connsiteX97" fmla="*/ 4728255 w 5430577"/>
              <a:gd name="connsiteY97" fmla="*/ 26 h 1467586"/>
              <a:gd name="connsiteX98" fmla="*/ 5096166 w 5430577"/>
              <a:gd name="connsiteY98" fmla="*/ 368734 h 1467586"/>
              <a:gd name="connsiteX99" fmla="*/ 4501125 w 5430577"/>
              <a:gd name="connsiteY99" fmla="*/ 92386 h 1467586"/>
              <a:gd name="connsiteX100" fmla="*/ 4109735 w 5430577"/>
              <a:gd name="connsiteY100" fmla="*/ 367205 h 1467586"/>
              <a:gd name="connsiteX101" fmla="*/ 2654018 w 5430577"/>
              <a:gd name="connsiteY101" fmla="*/ 948332 h 1467586"/>
              <a:gd name="connsiteX102" fmla="*/ 1592029 w 5430577"/>
              <a:gd name="connsiteY102" fmla="*/ 342747 h 1467586"/>
              <a:gd name="connsiteX103" fmla="*/ 1198745 w 5430577"/>
              <a:gd name="connsiteY103" fmla="*/ 26 h 1467586"/>
              <a:gd name="connsiteX104" fmla="*/ 1184870 w 5430577"/>
              <a:gd name="connsiteY104" fmla="*/ 26 h 1467586"/>
              <a:gd name="connsiteX105" fmla="*/ 1586228 w 5430577"/>
              <a:gd name="connsiteY105" fmla="*/ 349097 h 1467586"/>
              <a:gd name="connsiteX106" fmla="*/ 2653443 w 5430577"/>
              <a:gd name="connsiteY106" fmla="*/ 956942 h 1467586"/>
              <a:gd name="connsiteX107" fmla="*/ 4115275 w 5430577"/>
              <a:gd name="connsiteY107" fmla="*/ 373843 h 1467586"/>
              <a:gd name="connsiteX108" fmla="*/ 4504417 w 5430577"/>
              <a:gd name="connsiteY108" fmla="*/ 100369 h 1467586"/>
              <a:gd name="connsiteX109" fmla="*/ 5126517 w 5430577"/>
              <a:gd name="connsiteY109" fmla="*/ 425752 h 1467586"/>
              <a:gd name="connsiteX110" fmla="*/ 4583333 w 5430577"/>
              <a:gd name="connsiteY110" fmla="*/ 190181 h 1467586"/>
              <a:gd name="connsiteX111" fmla="*/ 4177976 w 5430577"/>
              <a:gd name="connsiteY111" fmla="*/ 468267 h 1467586"/>
              <a:gd name="connsiteX112" fmla="*/ 2711245 w 5430577"/>
              <a:gd name="connsiteY112" fmla="*/ 1049629 h 1467586"/>
              <a:gd name="connsiteX113" fmla="*/ 1558882 w 5430577"/>
              <a:gd name="connsiteY113" fmla="*/ 441600 h 1467586"/>
              <a:gd name="connsiteX114" fmla="*/ 977011 w 5430577"/>
              <a:gd name="connsiteY114" fmla="*/ 26 h 1467586"/>
              <a:gd name="connsiteX115" fmla="*/ 961398 w 5430577"/>
              <a:gd name="connsiteY115" fmla="*/ 26 h 1467586"/>
              <a:gd name="connsiteX116" fmla="*/ 1553473 w 5430577"/>
              <a:gd name="connsiteY116" fmla="*/ 448264 h 1467586"/>
              <a:gd name="connsiteX117" fmla="*/ 2710644 w 5430577"/>
              <a:gd name="connsiteY117" fmla="*/ 1058213 h 1467586"/>
              <a:gd name="connsiteX118" fmla="*/ 4183490 w 5430577"/>
              <a:gd name="connsiteY118" fmla="*/ 474904 h 1467586"/>
              <a:gd name="connsiteX119" fmla="*/ 4586481 w 5430577"/>
              <a:gd name="connsiteY119" fmla="*/ 198177 h 1467586"/>
              <a:gd name="connsiteX120" fmla="*/ 5165308 w 5430577"/>
              <a:gd name="connsiteY120" fmla="*/ 493235 h 1467586"/>
              <a:gd name="connsiteX121" fmla="*/ 4665384 w 5430577"/>
              <a:gd name="connsiteY121" fmla="*/ 288238 h 1467586"/>
              <a:gd name="connsiteX122" fmla="*/ 4246152 w 5430577"/>
              <a:gd name="connsiteY122" fmla="*/ 569342 h 1467586"/>
              <a:gd name="connsiteX123" fmla="*/ 2768458 w 5430577"/>
              <a:gd name="connsiteY123" fmla="*/ 1150899 h 1467586"/>
              <a:gd name="connsiteX124" fmla="*/ 1486081 w 5430577"/>
              <a:gd name="connsiteY124" fmla="*/ 521274 h 1467586"/>
              <a:gd name="connsiteX125" fmla="*/ 903125 w 5430577"/>
              <a:gd name="connsiteY125" fmla="*/ 115473 h 1467586"/>
              <a:gd name="connsiteX126" fmla="*/ 719333 w 5430577"/>
              <a:gd name="connsiteY126" fmla="*/ 26 h 1467586"/>
              <a:gd name="connsiteX127" fmla="*/ 703080 w 5430577"/>
              <a:gd name="connsiteY127" fmla="*/ 26 h 1467586"/>
              <a:gd name="connsiteX128" fmla="*/ 898526 w 5430577"/>
              <a:gd name="connsiteY128" fmla="*/ 122763 h 1467586"/>
              <a:gd name="connsiteX129" fmla="*/ 1480973 w 5430577"/>
              <a:gd name="connsiteY129" fmla="*/ 528185 h 1467586"/>
              <a:gd name="connsiteX130" fmla="*/ 2767857 w 5430577"/>
              <a:gd name="connsiteY130" fmla="*/ 1159483 h 1467586"/>
              <a:gd name="connsiteX131" fmla="*/ 4251535 w 5430577"/>
              <a:gd name="connsiteY131" fmla="*/ 576031 h 1467586"/>
              <a:gd name="connsiteX132" fmla="*/ 4668337 w 5430577"/>
              <a:gd name="connsiteY132" fmla="*/ 296325 h 1467586"/>
              <a:gd name="connsiteX133" fmla="*/ 5211351 w 5430577"/>
              <a:gd name="connsiteY133" fmla="*/ 569511 h 1467586"/>
              <a:gd name="connsiteX134" fmla="*/ 4747252 w 5430577"/>
              <a:gd name="connsiteY134" fmla="*/ 386595 h 1467586"/>
              <a:gd name="connsiteX135" fmla="*/ 4314158 w 5430577"/>
              <a:gd name="connsiteY135" fmla="*/ 670468 h 1467586"/>
              <a:gd name="connsiteX136" fmla="*/ 2825685 w 5430577"/>
              <a:gd name="connsiteY136" fmla="*/ 1252170 h 1467586"/>
              <a:gd name="connsiteX137" fmla="*/ 1330863 w 5430577"/>
              <a:gd name="connsiteY137" fmla="*/ 559255 h 1467586"/>
              <a:gd name="connsiteX138" fmla="*/ 905007 w 5430577"/>
              <a:gd name="connsiteY138" fmla="*/ 279941 h 1467586"/>
              <a:gd name="connsiteX139" fmla="*/ 465236 w 5430577"/>
              <a:gd name="connsiteY139" fmla="*/ 26 h 1467586"/>
              <a:gd name="connsiteX140" fmla="*/ 449296 w 5430577"/>
              <a:gd name="connsiteY140" fmla="*/ 26 h 1467586"/>
              <a:gd name="connsiteX141" fmla="*/ 900382 w 5430577"/>
              <a:gd name="connsiteY141" fmla="*/ 287232 h 1467586"/>
              <a:gd name="connsiteX142" fmla="*/ 1326068 w 5430577"/>
              <a:gd name="connsiteY142" fmla="*/ 566454 h 1467586"/>
              <a:gd name="connsiteX143" fmla="*/ 2825045 w 5430577"/>
              <a:gd name="connsiteY143" fmla="*/ 1260767 h 1467586"/>
              <a:gd name="connsiteX144" fmla="*/ 4319462 w 5430577"/>
              <a:gd name="connsiteY144" fmla="*/ 677210 h 1467586"/>
              <a:gd name="connsiteX145" fmla="*/ 4749996 w 5430577"/>
              <a:gd name="connsiteY145" fmla="*/ 394748 h 1467586"/>
              <a:gd name="connsiteX146" fmla="*/ 5260660 w 5430577"/>
              <a:gd name="connsiteY146" fmla="*/ 649342 h 1467586"/>
              <a:gd name="connsiteX147" fmla="*/ 4828885 w 5430577"/>
              <a:gd name="connsiteY147" fmla="*/ 485252 h 1467586"/>
              <a:gd name="connsiteX148" fmla="*/ 4382007 w 5430577"/>
              <a:gd name="connsiteY148" fmla="*/ 771674 h 1467586"/>
              <a:gd name="connsiteX149" fmla="*/ 2882860 w 5430577"/>
              <a:gd name="connsiteY149" fmla="*/ 1353467 h 1467586"/>
              <a:gd name="connsiteX150" fmla="*/ 952239 w 5430577"/>
              <a:gd name="connsiteY150" fmla="*/ 473258 h 1467586"/>
              <a:gd name="connsiteX151" fmla="*/ 906823 w 5430577"/>
              <a:gd name="connsiteY151" fmla="*/ 444436 h 1467586"/>
              <a:gd name="connsiteX152" fmla="*/ 229038 w 5430577"/>
              <a:gd name="connsiteY152" fmla="*/ 26 h 1467586"/>
              <a:gd name="connsiteX153" fmla="*/ 213673 w 5430577"/>
              <a:gd name="connsiteY153" fmla="*/ 26 h 1467586"/>
              <a:gd name="connsiteX154" fmla="*/ 902237 w 5430577"/>
              <a:gd name="connsiteY154" fmla="*/ 451713 h 1467586"/>
              <a:gd name="connsiteX155" fmla="*/ 947640 w 5430577"/>
              <a:gd name="connsiteY155" fmla="*/ 480549 h 1467586"/>
              <a:gd name="connsiteX156" fmla="*/ 2882259 w 5430577"/>
              <a:gd name="connsiteY156" fmla="*/ 1362051 h 1467586"/>
              <a:gd name="connsiteX157" fmla="*/ 4387298 w 5430577"/>
              <a:gd name="connsiteY157" fmla="*/ 778442 h 1467586"/>
              <a:gd name="connsiteX158" fmla="*/ 4831498 w 5430577"/>
              <a:gd name="connsiteY158" fmla="*/ 493431 h 1467586"/>
              <a:gd name="connsiteX159" fmla="*/ 5302914 w 5430577"/>
              <a:gd name="connsiteY159" fmla="*/ 717948 h 1467586"/>
              <a:gd name="connsiteX160" fmla="*/ 5307108 w 5430577"/>
              <a:gd name="connsiteY160" fmla="*/ 725762 h 1467586"/>
              <a:gd name="connsiteX161" fmla="*/ 4910362 w 5430577"/>
              <a:gd name="connsiteY161" fmla="*/ 584145 h 1467586"/>
              <a:gd name="connsiteX162" fmla="*/ 4449751 w 5430577"/>
              <a:gd name="connsiteY162" fmla="*/ 872892 h 1467586"/>
              <a:gd name="connsiteX163" fmla="*/ 2940074 w 5430577"/>
              <a:gd name="connsiteY163" fmla="*/ 1454737 h 1467586"/>
              <a:gd name="connsiteX164" fmla="*/ 14777 w 5430577"/>
              <a:gd name="connsiteY164" fmla="*/ 26 h 1467586"/>
              <a:gd name="connsiteX165" fmla="*/ 0 w 5430577"/>
              <a:gd name="connsiteY165" fmla="*/ 26 h 1467586"/>
              <a:gd name="connsiteX166" fmla="*/ 2939473 w 5430577"/>
              <a:gd name="connsiteY166" fmla="*/ 1463334 h 1467586"/>
              <a:gd name="connsiteX167" fmla="*/ 4455004 w 5430577"/>
              <a:gd name="connsiteY167" fmla="*/ 879712 h 1467586"/>
              <a:gd name="connsiteX168" fmla="*/ 4912779 w 5430577"/>
              <a:gd name="connsiteY168" fmla="*/ 592389 h 1467586"/>
              <a:gd name="connsiteX169" fmla="*/ 5326432 w 5430577"/>
              <a:gd name="connsiteY169" fmla="*/ 761796 h 1467586"/>
              <a:gd name="connsiteX170" fmla="*/ 5430577 w 5430577"/>
              <a:gd name="connsiteY170" fmla="*/ 967630 h 1467586"/>
              <a:gd name="connsiteX171" fmla="*/ 4973142 w 5430577"/>
              <a:gd name="connsiteY171" fmla="*/ 26 h 1467586"/>
              <a:gd name="connsiteX172" fmla="*/ 5370999 w 5430577"/>
              <a:gd name="connsiteY172" fmla="*/ 585451 h 1467586"/>
              <a:gd name="connsiteX173" fmla="*/ 5430577 w 5430577"/>
              <a:gd name="connsiteY173" fmla="*/ 677158 h 1467586"/>
              <a:gd name="connsiteX174" fmla="*/ 5430577 w 5430577"/>
              <a:gd name="connsiteY174" fmla="*/ 692758 h 1467586"/>
              <a:gd name="connsiteX175" fmla="*/ 5363734 w 5430577"/>
              <a:gd name="connsiteY175" fmla="*/ 590103 h 1467586"/>
              <a:gd name="connsiteX176" fmla="*/ 4962532 w 5430577"/>
              <a:gd name="connsiteY176" fmla="*/ 26 h 1467586"/>
              <a:gd name="connsiteX177" fmla="*/ 4973142 w 5430577"/>
              <a:gd name="connsiteY177" fmla="*/ 26 h 1467586"/>
              <a:gd name="connsiteX178" fmla="*/ 1827548 w 5430577"/>
              <a:gd name="connsiteY178" fmla="*/ 26 h 1467586"/>
              <a:gd name="connsiteX179" fmla="*/ 2196386 w 5430577"/>
              <a:gd name="connsiteY179" fmla="*/ 138076 h 1467586"/>
              <a:gd name="connsiteX180" fmla="*/ 2979074 w 5430577"/>
              <a:gd name="connsiteY180" fmla="*/ 26 h 1467586"/>
              <a:gd name="connsiteX181" fmla="*/ 2999038 w 5430577"/>
              <a:gd name="connsiteY181" fmla="*/ 26 h 1467586"/>
              <a:gd name="connsiteX182" fmla="*/ 2195798 w 5430577"/>
              <a:gd name="connsiteY182" fmla="*/ 146647 h 1467586"/>
              <a:gd name="connsiteX183" fmla="*/ 1813750 w 5430577"/>
              <a:gd name="connsiteY183" fmla="*/ 26 h 1467586"/>
              <a:gd name="connsiteX184" fmla="*/ 1827561 w 5430577"/>
              <a:gd name="connsiteY184" fmla="*/ 26 h 1467586"/>
              <a:gd name="connsiteX185" fmla="*/ 5004655 w 5430577"/>
              <a:gd name="connsiteY185" fmla="*/ 26 h 1467586"/>
              <a:gd name="connsiteX186" fmla="*/ 5328235 w 5430577"/>
              <a:gd name="connsiteY186" fmla="*/ 461081 h 1467586"/>
              <a:gd name="connsiteX187" fmla="*/ 5430577 w 5430577"/>
              <a:gd name="connsiteY187" fmla="*/ 609975 h 1467586"/>
              <a:gd name="connsiteX188" fmla="*/ 5430577 w 5430577"/>
              <a:gd name="connsiteY188" fmla="*/ 624935 h 1467586"/>
              <a:gd name="connsiteX189" fmla="*/ 5321114 w 5430577"/>
              <a:gd name="connsiteY189" fmla="*/ 465876 h 1467586"/>
              <a:gd name="connsiteX190" fmla="*/ 4994033 w 5430577"/>
              <a:gd name="connsiteY190" fmla="*/ 26 h 1467586"/>
              <a:gd name="connsiteX191" fmla="*/ 5004668 w 5430577"/>
              <a:gd name="connsiteY191" fmla="*/ 26 h 1467586"/>
              <a:gd name="connsiteX192" fmla="*/ 1952545 w 5430577"/>
              <a:gd name="connsiteY192" fmla="*/ 26 h 1467586"/>
              <a:gd name="connsiteX193" fmla="*/ 2139199 w 5430577"/>
              <a:gd name="connsiteY193" fmla="*/ 36792 h 1467586"/>
              <a:gd name="connsiteX194" fmla="*/ 2635961 w 5430577"/>
              <a:gd name="connsiteY194" fmla="*/ 26 h 1467586"/>
              <a:gd name="connsiteX195" fmla="*/ 2671486 w 5430577"/>
              <a:gd name="connsiteY195" fmla="*/ 26 h 1467586"/>
              <a:gd name="connsiteX196" fmla="*/ 2138585 w 5430577"/>
              <a:gd name="connsiteY196" fmla="*/ 45376 h 1467586"/>
              <a:gd name="connsiteX197" fmla="*/ 1927446 w 5430577"/>
              <a:gd name="connsiteY197" fmla="*/ 26 h 1467586"/>
              <a:gd name="connsiteX198" fmla="*/ 1952545 w 5430577"/>
              <a:gd name="connsiteY198" fmla="*/ 26 h 1467586"/>
              <a:gd name="connsiteX199" fmla="*/ 5041291 w 5430577"/>
              <a:gd name="connsiteY199" fmla="*/ 26 h 1467586"/>
              <a:gd name="connsiteX200" fmla="*/ 5285485 w 5430577"/>
              <a:gd name="connsiteY200" fmla="*/ 336698 h 1467586"/>
              <a:gd name="connsiteX201" fmla="*/ 5430564 w 5430577"/>
              <a:gd name="connsiteY201" fmla="*/ 536181 h 1467586"/>
              <a:gd name="connsiteX202" fmla="*/ 5430564 w 5430577"/>
              <a:gd name="connsiteY202" fmla="*/ 550553 h 1467586"/>
              <a:gd name="connsiteX203" fmla="*/ 5278443 w 5430577"/>
              <a:gd name="connsiteY203" fmla="*/ 341662 h 1467586"/>
              <a:gd name="connsiteX204" fmla="*/ 5030551 w 5430577"/>
              <a:gd name="connsiteY204" fmla="*/ 26 h 1467586"/>
              <a:gd name="connsiteX205" fmla="*/ 5041291 w 5430577"/>
              <a:gd name="connsiteY205" fmla="*/ 26 h 1467586"/>
              <a:gd name="connsiteX206" fmla="*/ 5083440 w 5430577"/>
              <a:gd name="connsiteY206" fmla="*/ 26 h 1467586"/>
              <a:gd name="connsiteX207" fmla="*/ 5242748 w 5430577"/>
              <a:gd name="connsiteY207" fmla="*/ 212327 h 1467586"/>
              <a:gd name="connsiteX208" fmla="*/ 5430577 w 5430577"/>
              <a:gd name="connsiteY208" fmla="*/ 456913 h 1467586"/>
              <a:gd name="connsiteX209" fmla="*/ 5430577 w 5430577"/>
              <a:gd name="connsiteY209" fmla="*/ 470645 h 1467586"/>
              <a:gd name="connsiteX210" fmla="*/ 5235836 w 5430577"/>
              <a:gd name="connsiteY210" fmla="*/ 217436 h 1467586"/>
              <a:gd name="connsiteX211" fmla="*/ 5072635 w 5430577"/>
              <a:gd name="connsiteY211" fmla="*/ 26 h 1467586"/>
              <a:gd name="connsiteX212" fmla="*/ 5083440 w 5430577"/>
              <a:gd name="connsiteY212" fmla="*/ 26 h 1467586"/>
              <a:gd name="connsiteX213" fmla="*/ 5131691 w 5430577"/>
              <a:gd name="connsiteY213" fmla="*/ 26 h 1467586"/>
              <a:gd name="connsiteX214" fmla="*/ 5199997 w 5430577"/>
              <a:gd name="connsiteY214" fmla="*/ 87970 h 1467586"/>
              <a:gd name="connsiteX215" fmla="*/ 5430564 w 5430577"/>
              <a:gd name="connsiteY215" fmla="*/ 372798 h 1467586"/>
              <a:gd name="connsiteX216" fmla="*/ 5430564 w 5430577"/>
              <a:gd name="connsiteY216" fmla="*/ 386020 h 1467586"/>
              <a:gd name="connsiteX217" fmla="*/ 5193177 w 5430577"/>
              <a:gd name="connsiteY217" fmla="*/ 93222 h 1467586"/>
              <a:gd name="connsiteX218" fmla="*/ 5120755 w 5430577"/>
              <a:gd name="connsiteY218" fmla="*/ 39 h 1467586"/>
              <a:gd name="connsiteX219" fmla="*/ 5131678 w 5430577"/>
              <a:gd name="connsiteY219" fmla="*/ 39 h 1467586"/>
              <a:gd name="connsiteX220" fmla="*/ 5186945 w 5430577"/>
              <a:gd name="connsiteY220" fmla="*/ 26 h 1467586"/>
              <a:gd name="connsiteX221" fmla="*/ 5430564 w 5430577"/>
              <a:gd name="connsiteY221" fmla="*/ 283795 h 1467586"/>
              <a:gd name="connsiteX222" fmla="*/ 5430564 w 5430577"/>
              <a:gd name="connsiteY222" fmla="*/ 296639 h 1467586"/>
              <a:gd name="connsiteX223" fmla="*/ 5175865 w 5430577"/>
              <a:gd name="connsiteY223" fmla="*/ 39 h 1467586"/>
              <a:gd name="connsiteX224" fmla="*/ 5186945 w 5430577"/>
              <a:gd name="connsiteY224" fmla="*/ 39 h 1467586"/>
              <a:gd name="connsiteX225" fmla="*/ 5253684 w 5430577"/>
              <a:gd name="connsiteY225" fmla="*/ 26 h 1467586"/>
              <a:gd name="connsiteX226" fmla="*/ 5430577 w 5430577"/>
              <a:gd name="connsiteY226" fmla="*/ 191096 h 1467586"/>
              <a:gd name="connsiteX227" fmla="*/ 5430577 w 5430577"/>
              <a:gd name="connsiteY227" fmla="*/ 203417 h 1467586"/>
              <a:gd name="connsiteX228" fmla="*/ 5242134 w 5430577"/>
              <a:gd name="connsiteY228" fmla="*/ 13 h 1467586"/>
              <a:gd name="connsiteX229" fmla="*/ 5253684 w 5430577"/>
              <a:gd name="connsiteY229" fmla="*/ 13 h 1467586"/>
              <a:gd name="connsiteX230" fmla="*/ 5335761 w 5430577"/>
              <a:gd name="connsiteY230" fmla="*/ 26 h 1467586"/>
              <a:gd name="connsiteX231" fmla="*/ 5430564 w 5430577"/>
              <a:gd name="connsiteY231" fmla="*/ 94555 h 1467586"/>
              <a:gd name="connsiteX232" fmla="*/ 5430564 w 5430577"/>
              <a:gd name="connsiteY232" fmla="*/ 106640 h 1467586"/>
              <a:gd name="connsiteX233" fmla="*/ 5323636 w 5430577"/>
              <a:gd name="connsiteY233" fmla="*/ 26 h 1467586"/>
              <a:gd name="connsiteX234" fmla="*/ 5335761 w 5430577"/>
              <a:gd name="connsiteY234" fmla="*/ 26 h 1467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</a:cxnLst>
            <a:rect l="l" t="t" r="r" b="b"/>
            <a:pathLst>
              <a:path w="5430577" h="1467586">
                <a:moveTo>
                  <a:pt x="5353451" y="778363"/>
                </a:moveTo>
                <a:cubicBezTo>
                  <a:pt x="5343783" y="760516"/>
                  <a:pt x="5334193" y="742943"/>
                  <a:pt x="5324681" y="725644"/>
                </a:cubicBezTo>
                <a:cubicBezTo>
                  <a:pt x="5333278" y="741532"/>
                  <a:pt x="5341941" y="757602"/>
                  <a:pt x="5350695" y="774012"/>
                </a:cubicBezTo>
                <a:lnTo>
                  <a:pt x="5353465" y="778363"/>
                </a:lnTo>
                <a:close/>
                <a:moveTo>
                  <a:pt x="3234726" y="26"/>
                </a:moveTo>
                <a:lnTo>
                  <a:pt x="3218865" y="26"/>
                </a:lnTo>
                <a:cubicBezTo>
                  <a:pt x="2980668" y="154695"/>
                  <a:pt x="2677249" y="268012"/>
                  <a:pt x="2253600" y="239347"/>
                </a:cubicBezTo>
                <a:cubicBezTo>
                  <a:pt x="2033839" y="224478"/>
                  <a:pt x="1886852" y="133634"/>
                  <a:pt x="1774711" y="26"/>
                </a:cubicBezTo>
                <a:lnTo>
                  <a:pt x="1763252" y="26"/>
                </a:lnTo>
                <a:cubicBezTo>
                  <a:pt x="1877131" y="138285"/>
                  <a:pt x="2026914" y="232631"/>
                  <a:pt x="2253012" y="247944"/>
                </a:cubicBezTo>
                <a:cubicBezTo>
                  <a:pt x="2685845" y="277237"/>
                  <a:pt x="2993721" y="159229"/>
                  <a:pt x="3234726" y="26"/>
                </a:cubicBezTo>
                <a:close/>
                <a:moveTo>
                  <a:pt x="3437620" y="26"/>
                </a:moveTo>
                <a:lnTo>
                  <a:pt x="3423562" y="26"/>
                </a:lnTo>
                <a:cubicBezTo>
                  <a:pt x="3161677" y="202424"/>
                  <a:pt x="2821635" y="375202"/>
                  <a:pt x="2310788" y="340617"/>
                </a:cubicBezTo>
                <a:cubicBezTo>
                  <a:pt x="2036530" y="322064"/>
                  <a:pt x="1869775" y="187320"/>
                  <a:pt x="1738729" y="26"/>
                </a:cubicBezTo>
                <a:lnTo>
                  <a:pt x="1728158" y="26"/>
                </a:lnTo>
                <a:cubicBezTo>
                  <a:pt x="1860878" y="191775"/>
                  <a:pt x="2029827" y="330256"/>
                  <a:pt x="2310213" y="349227"/>
                </a:cubicBezTo>
                <a:cubicBezTo>
                  <a:pt x="2829827" y="384374"/>
                  <a:pt x="3173384" y="206356"/>
                  <a:pt x="3437620" y="26"/>
                </a:cubicBezTo>
                <a:close/>
                <a:moveTo>
                  <a:pt x="3625489" y="26"/>
                </a:moveTo>
                <a:lnTo>
                  <a:pt x="3612227" y="26"/>
                </a:lnTo>
                <a:cubicBezTo>
                  <a:pt x="3329608" y="241293"/>
                  <a:pt x="2961344" y="482064"/>
                  <a:pt x="2368001" y="441914"/>
                </a:cubicBezTo>
                <a:cubicBezTo>
                  <a:pt x="2042723" y="419912"/>
                  <a:pt x="1859558" y="237831"/>
                  <a:pt x="1702720" y="26"/>
                </a:cubicBezTo>
                <a:lnTo>
                  <a:pt x="1692398" y="26"/>
                </a:lnTo>
                <a:cubicBezTo>
                  <a:pt x="1851105" y="242090"/>
                  <a:pt x="2036047" y="428091"/>
                  <a:pt x="2367413" y="450498"/>
                </a:cubicBezTo>
                <a:cubicBezTo>
                  <a:pt x="2969497" y="491236"/>
                  <a:pt x="3340687" y="244521"/>
                  <a:pt x="3625476" y="26"/>
                </a:cubicBezTo>
                <a:close/>
                <a:moveTo>
                  <a:pt x="3807583" y="26"/>
                </a:moveTo>
                <a:lnTo>
                  <a:pt x="3794609" y="26"/>
                </a:lnTo>
                <a:cubicBezTo>
                  <a:pt x="3491463" y="268966"/>
                  <a:pt x="3100740" y="588901"/>
                  <a:pt x="2425215" y="543198"/>
                </a:cubicBezTo>
                <a:cubicBezTo>
                  <a:pt x="2050053" y="517824"/>
                  <a:pt x="1850582" y="284684"/>
                  <a:pt x="1656494" y="26"/>
                </a:cubicBezTo>
                <a:lnTo>
                  <a:pt x="1646068" y="26"/>
                </a:lnTo>
                <a:cubicBezTo>
                  <a:pt x="1842429" y="288721"/>
                  <a:pt x="2043376" y="525990"/>
                  <a:pt x="2424614" y="551782"/>
                </a:cubicBezTo>
                <a:cubicBezTo>
                  <a:pt x="3109115" y="598099"/>
                  <a:pt x="3502229" y="271318"/>
                  <a:pt x="3807583" y="26"/>
                </a:cubicBezTo>
                <a:close/>
                <a:moveTo>
                  <a:pt x="3991362" y="26"/>
                </a:moveTo>
                <a:lnTo>
                  <a:pt x="3978179" y="26"/>
                </a:lnTo>
                <a:cubicBezTo>
                  <a:pt x="3954034" y="20826"/>
                  <a:pt x="3929444" y="42384"/>
                  <a:pt x="3904280" y="64413"/>
                </a:cubicBezTo>
                <a:cubicBezTo>
                  <a:pt x="3589990" y="339716"/>
                  <a:pt x="3187612" y="692170"/>
                  <a:pt x="2482416" y="644481"/>
                </a:cubicBezTo>
                <a:cubicBezTo>
                  <a:pt x="2057030" y="615711"/>
                  <a:pt x="1838392" y="327330"/>
                  <a:pt x="1591520" y="26"/>
                </a:cubicBezTo>
                <a:lnTo>
                  <a:pt x="1580714" y="26"/>
                </a:lnTo>
                <a:lnTo>
                  <a:pt x="1582557" y="2469"/>
                </a:lnTo>
                <a:cubicBezTo>
                  <a:pt x="1831533" y="332556"/>
                  <a:pt x="2051333" y="623955"/>
                  <a:pt x="2481815" y="653065"/>
                </a:cubicBezTo>
                <a:cubicBezTo>
                  <a:pt x="3190565" y="701016"/>
                  <a:pt x="3594484" y="347215"/>
                  <a:pt x="3909951" y="70880"/>
                </a:cubicBezTo>
                <a:cubicBezTo>
                  <a:pt x="3937728" y="46552"/>
                  <a:pt x="3964800" y="22812"/>
                  <a:pt x="3991348" y="26"/>
                </a:cubicBezTo>
                <a:close/>
                <a:moveTo>
                  <a:pt x="4187200" y="26"/>
                </a:moveTo>
                <a:lnTo>
                  <a:pt x="4172815" y="26"/>
                </a:lnTo>
                <a:cubicBezTo>
                  <a:pt x="4109055" y="48029"/>
                  <a:pt x="4043153" y="104785"/>
                  <a:pt x="3972900" y="165291"/>
                </a:cubicBezTo>
                <a:cubicBezTo>
                  <a:pt x="3653384" y="440464"/>
                  <a:pt x="3243611" y="793389"/>
                  <a:pt x="2539630" y="745765"/>
                </a:cubicBezTo>
                <a:cubicBezTo>
                  <a:pt x="2113969" y="716955"/>
                  <a:pt x="1874100" y="436831"/>
                  <a:pt x="1600652" y="117498"/>
                </a:cubicBezTo>
                <a:cubicBezTo>
                  <a:pt x="1567518" y="78785"/>
                  <a:pt x="1533875" y="39510"/>
                  <a:pt x="1499356" y="26"/>
                </a:cubicBezTo>
                <a:lnTo>
                  <a:pt x="1487936" y="26"/>
                </a:lnTo>
                <a:cubicBezTo>
                  <a:pt x="1524180" y="41391"/>
                  <a:pt x="1559418" y="82561"/>
                  <a:pt x="1594133" y="123090"/>
                </a:cubicBezTo>
                <a:cubicBezTo>
                  <a:pt x="1868835" y="443913"/>
                  <a:pt x="2109828" y="725317"/>
                  <a:pt x="2539042" y="754349"/>
                </a:cubicBezTo>
                <a:cubicBezTo>
                  <a:pt x="3246564" y="802221"/>
                  <a:pt x="3657839" y="448016"/>
                  <a:pt x="3978518" y="171798"/>
                </a:cubicBezTo>
                <a:cubicBezTo>
                  <a:pt x="4052038" y="108470"/>
                  <a:pt x="4120801" y="49257"/>
                  <a:pt x="4187200" y="26"/>
                </a:cubicBezTo>
                <a:close/>
                <a:moveTo>
                  <a:pt x="4428690" y="26"/>
                </a:moveTo>
                <a:lnTo>
                  <a:pt x="4407576" y="26"/>
                </a:lnTo>
                <a:cubicBezTo>
                  <a:pt x="4291881" y="54026"/>
                  <a:pt x="4174331" y="153585"/>
                  <a:pt x="4041402" y="266222"/>
                </a:cubicBezTo>
                <a:cubicBezTo>
                  <a:pt x="3716673" y="541290"/>
                  <a:pt x="3299610" y="894581"/>
                  <a:pt x="2596843" y="847048"/>
                </a:cubicBezTo>
                <a:cubicBezTo>
                  <a:pt x="2169615" y="818135"/>
                  <a:pt x="1905810" y="545811"/>
                  <a:pt x="1603096" y="233350"/>
                </a:cubicBezTo>
                <a:cubicBezTo>
                  <a:pt x="1529119" y="156982"/>
                  <a:pt x="1452816" y="78223"/>
                  <a:pt x="1371249" y="13"/>
                </a:cubicBezTo>
                <a:lnTo>
                  <a:pt x="1358810" y="13"/>
                </a:lnTo>
                <a:cubicBezTo>
                  <a:pt x="1442743" y="80183"/>
                  <a:pt x="1521071" y="161006"/>
                  <a:pt x="1596942" y="239334"/>
                </a:cubicBezTo>
                <a:cubicBezTo>
                  <a:pt x="1900884" y="553075"/>
                  <a:pt x="2165774" y="826496"/>
                  <a:pt x="2596255" y="855619"/>
                </a:cubicBezTo>
                <a:cubicBezTo>
                  <a:pt x="3302523" y="903387"/>
                  <a:pt x="3721089" y="548842"/>
                  <a:pt x="4046994" y="272768"/>
                </a:cubicBezTo>
                <a:cubicBezTo>
                  <a:pt x="4183751" y="156903"/>
                  <a:pt x="4304163" y="54927"/>
                  <a:pt x="4422248" y="2783"/>
                </a:cubicBezTo>
                <a:lnTo>
                  <a:pt x="4428716" y="0"/>
                </a:lnTo>
                <a:close/>
                <a:moveTo>
                  <a:pt x="5430564" y="753552"/>
                </a:moveTo>
                <a:lnTo>
                  <a:pt x="5430564" y="737181"/>
                </a:lnTo>
                <a:cubicBezTo>
                  <a:pt x="5424933" y="728022"/>
                  <a:pt x="5419367" y="719124"/>
                  <a:pt x="5413710" y="709848"/>
                </a:cubicBezTo>
                <a:cubicBezTo>
                  <a:pt x="5237273" y="420735"/>
                  <a:pt x="5082865" y="187006"/>
                  <a:pt x="4945834" y="26"/>
                </a:cubicBezTo>
                <a:lnTo>
                  <a:pt x="4935369" y="26"/>
                </a:lnTo>
                <a:cubicBezTo>
                  <a:pt x="5072949" y="187477"/>
                  <a:pt x="5228376" y="422668"/>
                  <a:pt x="5406380" y="714316"/>
                </a:cubicBezTo>
                <a:cubicBezTo>
                  <a:pt x="5414480" y="727630"/>
                  <a:pt x="5422503" y="740460"/>
                  <a:pt x="5430564" y="753539"/>
                </a:cubicBezTo>
                <a:close/>
                <a:moveTo>
                  <a:pt x="5430564" y="806911"/>
                </a:moveTo>
                <a:lnTo>
                  <a:pt x="5430564" y="789861"/>
                </a:lnTo>
                <a:cubicBezTo>
                  <a:pt x="5235562" y="456299"/>
                  <a:pt x="5068336" y="197406"/>
                  <a:pt x="4922042" y="39"/>
                </a:cubicBezTo>
                <a:lnTo>
                  <a:pt x="4911564" y="39"/>
                </a:lnTo>
                <a:cubicBezTo>
                  <a:pt x="5060157" y="200059"/>
                  <a:pt x="5230701" y="464347"/>
                  <a:pt x="5430564" y="806924"/>
                </a:cubicBezTo>
                <a:close/>
                <a:moveTo>
                  <a:pt x="5430564" y="852967"/>
                </a:moveTo>
                <a:lnTo>
                  <a:pt x="5430564" y="835355"/>
                </a:lnTo>
                <a:cubicBezTo>
                  <a:pt x="5224574" y="469417"/>
                  <a:pt x="5051025" y="197367"/>
                  <a:pt x="4900445" y="26"/>
                </a:cubicBezTo>
                <a:lnTo>
                  <a:pt x="4889875" y="26"/>
                </a:lnTo>
                <a:cubicBezTo>
                  <a:pt x="5042637" y="199575"/>
                  <a:pt x="5219478" y="477073"/>
                  <a:pt x="5430564" y="852967"/>
                </a:cubicBezTo>
                <a:close/>
                <a:moveTo>
                  <a:pt x="5430564" y="891928"/>
                </a:moveTo>
                <a:lnTo>
                  <a:pt x="5430564" y="873924"/>
                </a:lnTo>
                <a:cubicBezTo>
                  <a:pt x="5213520" y="474173"/>
                  <a:pt x="5033974" y="191827"/>
                  <a:pt x="4879174" y="26"/>
                </a:cubicBezTo>
                <a:lnTo>
                  <a:pt x="4868421" y="26"/>
                </a:lnTo>
                <a:cubicBezTo>
                  <a:pt x="5025312" y="193369"/>
                  <a:pt x="5208085" y="480954"/>
                  <a:pt x="5430564" y="891928"/>
                </a:cubicBezTo>
                <a:close/>
                <a:moveTo>
                  <a:pt x="5430564" y="967643"/>
                </a:moveTo>
                <a:lnTo>
                  <a:pt x="5430564" y="900630"/>
                </a:lnTo>
                <a:cubicBezTo>
                  <a:pt x="5424985" y="891236"/>
                  <a:pt x="5419432" y="882064"/>
                  <a:pt x="5413893" y="873101"/>
                </a:cubicBezTo>
                <a:cubicBezTo>
                  <a:pt x="5191805" y="453163"/>
                  <a:pt x="5010953" y="174411"/>
                  <a:pt x="4854781" y="26"/>
                </a:cubicBezTo>
                <a:lnTo>
                  <a:pt x="4843649" y="26"/>
                </a:lnTo>
                <a:cubicBezTo>
                  <a:pt x="4926876" y="92086"/>
                  <a:pt x="5017264" y="214222"/>
                  <a:pt x="5117410" y="372314"/>
                </a:cubicBezTo>
                <a:cubicBezTo>
                  <a:pt x="5008092" y="203142"/>
                  <a:pt x="4910336" y="82208"/>
                  <a:pt x="4820118" y="26"/>
                </a:cubicBezTo>
                <a:lnTo>
                  <a:pt x="4807732" y="26"/>
                </a:lnTo>
                <a:cubicBezTo>
                  <a:pt x="4891809" y="74957"/>
                  <a:pt x="4982575" y="184158"/>
                  <a:pt x="5083388" y="335587"/>
                </a:cubicBezTo>
                <a:cubicBezTo>
                  <a:pt x="4959462" y="158785"/>
                  <a:pt x="4850091" y="53072"/>
                  <a:pt x="4747814" y="26"/>
                </a:cubicBezTo>
                <a:lnTo>
                  <a:pt x="4728255" y="26"/>
                </a:lnTo>
                <a:cubicBezTo>
                  <a:pt x="4839246" y="51805"/>
                  <a:pt x="4958508" y="166402"/>
                  <a:pt x="5096166" y="368734"/>
                </a:cubicBezTo>
                <a:cubicBezTo>
                  <a:pt x="4869741" y="60833"/>
                  <a:pt x="4688850" y="14372"/>
                  <a:pt x="4501125" y="92386"/>
                </a:cubicBezTo>
                <a:cubicBezTo>
                  <a:pt x="4378178" y="143472"/>
                  <a:pt x="4252789" y="247983"/>
                  <a:pt x="4109735" y="367205"/>
                </a:cubicBezTo>
                <a:cubicBezTo>
                  <a:pt x="3779831" y="642169"/>
                  <a:pt x="3355530" y="995786"/>
                  <a:pt x="2654018" y="948332"/>
                </a:cubicBezTo>
                <a:cubicBezTo>
                  <a:pt x="2221446" y="919065"/>
                  <a:pt x="1929367" y="651628"/>
                  <a:pt x="1592029" y="342747"/>
                </a:cubicBezTo>
                <a:cubicBezTo>
                  <a:pt x="1469841" y="230854"/>
                  <a:pt x="1341682" y="113513"/>
                  <a:pt x="1198745" y="26"/>
                </a:cubicBezTo>
                <a:lnTo>
                  <a:pt x="1184870" y="26"/>
                </a:lnTo>
                <a:cubicBezTo>
                  <a:pt x="1331033" y="115434"/>
                  <a:pt x="1461714" y="235074"/>
                  <a:pt x="1586228" y="349097"/>
                </a:cubicBezTo>
                <a:cubicBezTo>
                  <a:pt x="1924768" y="659088"/>
                  <a:pt x="2217866" y="927467"/>
                  <a:pt x="2653443" y="956942"/>
                </a:cubicBezTo>
                <a:cubicBezTo>
                  <a:pt x="3358417" y="1004618"/>
                  <a:pt x="3784209" y="649760"/>
                  <a:pt x="4115275" y="373843"/>
                </a:cubicBezTo>
                <a:cubicBezTo>
                  <a:pt x="4257793" y="255064"/>
                  <a:pt x="4382725" y="150946"/>
                  <a:pt x="4504417" y="100369"/>
                </a:cubicBezTo>
                <a:cubicBezTo>
                  <a:pt x="4698518" y="19690"/>
                  <a:pt x="4885733" y="75466"/>
                  <a:pt x="5126517" y="425752"/>
                </a:cubicBezTo>
                <a:cubicBezTo>
                  <a:pt x="4926563" y="163384"/>
                  <a:pt x="4758776" y="121705"/>
                  <a:pt x="4583333" y="190181"/>
                </a:cubicBezTo>
                <a:cubicBezTo>
                  <a:pt x="4456859" y="239530"/>
                  <a:pt x="4326896" y="346131"/>
                  <a:pt x="4177976" y="468267"/>
                </a:cubicBezTo>
                <a:cubicBezTo>
                  <a:pt x="3842886" y="743113"/>
                  <a:pt x="3411424" y="1096991"/>
                  <a:pt x="2711245" y="1049629"/>
                </a:cubicBezTo>
                <a:cubicBezTo>
                  <a:pt x="2267319" y="1019591"/>
                  <a:pt x="1939741" y="752311"/>
                  <a:pt x="1558882" y="441600"/>
                </a:cubicBezTo>
                <a:cubicBezTo>
                  <a:pt x="1382067" y="297331"/>
                  <a:pt x="1193819" y="143746"/>
                  <a:pt x="977011" y="26"/>
                </a:cubicBezTo>
                <a:lnTo>
                  <a:pt x="961398" y="26"/>
                </a:lnTo>
                <a:cubicBezTo>
                  <a:pt x="1182387" y="145523"/>
                  <a:pt x="1373849" y="301721"/>
                  <a:pt x="1553473" y="448264"/>
                </a:cubicBezTo>
                <a:cubicBezTo>
                  <a:pt x="1935455" y="759915"/>
                  <a:pt x="2264013" y="1027979"/>
                  <a:pt x="2710644" y="1058213"/>
                </a:cubicBezTo>
                <a:cubicBezTo>
                  <a:pt x="3414272" y="1105811"/>
                  <a:pt x="3847223" y="750704"/>
                  <a:pt x="4183490" y="474904"/>
                </a:cubicBezTo>
                <a:cubicBezTo>
                  <a:pt x="4331835" y="353238"/>
                  <a:pt x="4461314" y="247042"/>
                  <a:pt x="4586481" y="198177"/>
                </a:cubicBezTo>
                <a:cubicBezTo>
                  <a:pt x="4771384" y="126030"/>
                  <a:pt x="4948082" y="179337"/>
                  <a:pt x="5165308" y="493235"/>
                </a:cubicBezTo>
                <a:cubicBezTo>
                  <a:pt x="4986507" y="266118"/>
                  <a:pt x="4830114" y="228045"/>
                  <a:pt x="4665384" y="288238"/>
                </a:cubicBezTo>
                <a:cubicBezTo>
                  <a:pt x="4535539" y="335705"/>
                  <a:pt x="4400965" y="444344"/>
                  <a:pt x="4246152" y="569342"/>
                </a:cubicBezTo>
                <a:cubicBezTo>
                  <a:pt x="3905887" y="844083"/>
                  <a:pt x="3467331" y="1198183"/>
                  <a:pt x="2768458" y="1150899"/>
                </a:cubicBezTo>
                <a:cubicBezTo>
                  <a:pt x="2302713" y="1119399"/>
                  <a:pt x="1926257" y="843665"/>
                  <a:pt x="1486081" y="521274"/>
                </a:cubicBezTo>
                <a:cubicBezTo>
                  <a:pt x="1305921" y="389312"/>
                  <a:pt x="1115126" y="249551"/>
                  <a:pt x="903125" y="115473"/>
                </a:cubicBezTo>
                <a:cubicBezTo>
                  <a:pt x="842188" y="76956"/>
                  <a:pt x="780937" y="38530"/>
                  <a:pt x="719333" y="26"/>
                </a:cubicBezTo>
                <a:lnTo>
                  <a:pt x="703080" y="26"/>
                </a:lnTo>
                <a:cubicBezTo>
                  <a:pt x="769165" y="41313"/>
                  <a:pt x="834453" y="82260"/>
                  <a:pt x="898526" y="122763"/>
                </a:cubicBezTo>
                <a:cubicBezTo>
                  <a:pt x="1110318" y="256698"/>
                  <a:pt x="1300983" y="396355"/>
                  <a:pt x="1480973" y="528185"/>
                </a:cubicBezTo>
                <a:cubicBezTo>
                  <a:pt x="1922272" y="851399"/>
                  <a:pt x="2299656" y="1127813"/>
                  <a:pt x="2767857" y="1159483"/>
                </a:cubicBezTo>
                <a:cubicBezTo>
                  <a:pt x="3470062" y="1206977"/>
                  <a:pt x="3910120" y="851687"/>
                  <a:pt x="4251535" y="576031"/>
                </a:cubicBezTo>
                <a:cubicBezTo>
                  <a:pt x="4405734" y="451530"/>
                  <a:pt x="4539746" y="343309"/>
                  <a:pt x="4668337" y="296325"/>
                </a:cubicBezTo>
                <a:cubicBezTo>
                  <a:pt x="4845413" y="231612"/>
                  <a:pt x="5013109" y="283338"/>
                  <a:pt x="5211351" y="569511"/>
                </a:cubicBezTo>
                <a:cubicBezTo>
                  <a:pt x="5049470" y="369218"/>
                  <a:pt x="4902771" y="333523"/>
                  <a:pt x="4747252" y="386595"/>
                </a:cubicBezTo>
                <a:cubicBezTo>
                  <a:pt x="4614050" y="432049"/>
                  <a:pt x="4474902" y="542662"/>
                  <a:pt x="4314158" y="670468"/>
                </a:cubicBezTo>
                <a:cubicBezTo>
                  <a:pt x="3968732" y="945092"/>
                  <a:pt x="3523134" y="1299336"/>
                  <a:pt x="2825685" y="1252170"/>
                </a:cubicBezTo>
                <a:cubicBezTo>
                  <a:pt x="2316824" y="1217743"/>
                  <a:pt x="1862968" y="914636"/>
                  <a:pt x="1330863" y="559255"/>
                </a:cubicBezTo>
                <a:cubicBezTo>
                  <a:pt x="1194943" y="468489"/>
                  <a:pt x="1053901" y="374287"/>
                  <a:pt x="905007" y="279941"/>
                </a:cubicBezTo>
                <a:cubicBezTo>
                  <a:pt x="760921" y="188744"/>
                  <a:pt x="613856" y="95430"/>
                  <a:pt x="465236" y="26"/>
                </a:cubicBezTo>
                <a:lnTo>
                  <a:pt x="449296" y="26"/>
                </a:lnTo>
                <a:cubicBezTo>
                  <a:pt x="601783" y="97965"/>
                  <a:pt x="752663" y="193696"/>
                  <a:pt x="900382" y="287232"/>
                </a:cubicBezTo>
                <a:cubicBezTo>
                  <a:pt x="1048518" y="381081"/>
                  <a:pt x="1189848" y="475466"/>
                  <a:pt x="1326068" y="566454"/>
                </a:cubicBezTo>
                <a:cubicBezTo>
                  <a:pt x="1859192" y="922502"/>
                  <a:pt x="2313910" y="1226196"/>
                  <a:pt x="2825045" y="1260767"/>
                </a:cubicBezTo>
                <a:cubicBezTo>
                  <a:pt x="3525839" y="1308195"/>
                  <a:pt x="3972913" y="952748"/>
                  <a:pt x="4319462" y="677210"/>
                </a:cubicBezTo>
                <a:cubicBezTo>
                  <a:pt x="4479593" y="549913"/>
                  <a:pt x="4618191" y="439706"/>
                  <a:pt x="4749996" y="394748"/>
                </a:cubicBezTo>
                <a:cubicBezTo>
                  <a:pt x="4919677" y="336854"/>
                  <a:pt x="5079011" y="387431"/>
                  <a:pt x="5260660" y="649342"/>
                </a:cubicBezTo>
                <a:cubicBezTo>
                  <a:pt x="5113399" y="472134"/>
                  <a:pt x="4975742" y="438621"/>
                  <a:pt x="4828885" y="485252"/>
                </a:cubicBezTo>
                <a:cubicBezTo>
                  <a:pt x="4692495" y="528525"/>
                  <a:pt x="4548735" y="641097"/>
                  <a:pt x="4382007" y="771674"/>
                </a:cubicBezTo>
                <a:cubicBezTo>
                  <a:pt x="4031434" y="1046180"/>
                  <a:pt x="3578897" y="1400555"/>
                  <a:pt x="2882860" y="1353467"/>
                </a:cubicBezTo>
                <a:cubicBezTo>
                  <a:pt x="2274100" y="1312271"/>
                  <a:pt x="1661773" y="923625"/>
                  <a:pt x="952239" y="473258"/>
                </a:cubicBezTo>
                <a:lnTo>
                  <a:pt x="906823" y="444436"/>
                </a:lnTo>
                <a:cubicBezTo>
                  <a:pt x="684723" y="303550"/>
                  <a:pt x="457579" y="154591"/>
                  <a:pt x="229038" y="26"/>
                </a:cubicBezTo>
                <a:lnTo>
                  <a:pt x="213673" y="26"/>
                </a:lnTo>
                <a:cubicBezTo>
                  <a:pt x="445781" y="157152"/>
                  <a:pt x="676570" y="308568"/>
                  <a:pt x="902237" y="451713"/>
                </a:cubicBezTo>
                <a:lnTo>
                  <a:pt x="947640" y="480549"/>
                </a:lnTo>
                <a:cubicBezTo>
                  <a:pt x="1658180" y="931543"/>
                  <a:pt x="2271356" y="1320725"/>
                  <a:pt x="2882259" y="1362051"/>
                </a:cubicBezTo>
                <a:cubicBezTo>
                  <a:pt x="3581576" y="1409361"/>
                  <a:pt x="4035588" y="1053836"/>
                  <a:pt x="4387298" y="778442"/>
                </a:cubicBezTo>
                <a:cubicBezTo>
                  <a:pt x="4553374" y="648401"/>
                  <a:pt x="4696545" y="536286"/>
                  <a:pt x="4831498" y="493431"/>
                </a:cubicBezTo>
                <a:cubicBezTo>
                  <a:pt x="4990950" y="442829"/>
                  <a:pt x="5139726" y="489381"/>
                  <a:pt x="5302914" y="717948"/>
                </a:cubicBezTo>
                <a:lnTo>
                  <a:pt x="5307108" y="725762"/>
                </a:lnTo>
                <a:cubicBezTo>
                  <a:pt x="5174650" y="574150"/>
                  <a:pt x="5047053" y="543942"/>
                  <a:pt x="4910362" y="584145"/>
                </a:cubicBezTo>
                <a:cubicBezTo>
                  <a:pt x="4770862" y="625184"/>
                  <a:pt x="4622477" y="739650"/>
                  <a:pt x="4449751" y="872892"/>
                </a:cubicBezTo>
                <a:cubicBezTo>
                  <a:pt x="4094069" y="1147293"/>
                  <a:pt x="3634635" y="1501721"/>
                  <a:pt x="2940074" y="1454737"/>
                </a:cubicBezTo>
                <a:cubicBezTo>
                  <a:pt x="2091144" y="1397314"/>
                  <a:pt x="1056723" y="745922"/>
                  <a:pt x="14777" y="26"/>
                </a:cubicBezTo>
                <a:lnTo>
                  <a:pt x="0" y="26"/>
                </a:lnTo>
                <a:cubicBezTo>
                  <a:pt x="1046271" y="749580"/>
                  <a:pt x="2085774" y="1405585"/>
                  <a:pt x="2939473" y="1463334"/>
                </a:cubicBezTo>
                <a:cubicBezTo>
                  <a:pt x="3637300" y="1510540"/>
                  <a:pt x="4098172" y="1154989"/>
                  <a:pt x="4455004" y="879712"/>
                </a:cubicBezTo>
                <a:cubicBezTo>
                  <a:pt x="4627063" y="746980"/>
                  <a:pt x="4774847" y="632957"/>
                  <a:pt x="4912779" y="592389"/>
                </a:cubicBezTo>
                <a:cubicBezTo>
                  <a:pt x="5054944" y="550567"/>
                  <a:pt x="5187324" y="587058"/>
                  <a:pt x="5326432" y="761796"/>
                </a:cubicBezTo>
                <a:cubicBezTo>
                  <a:pt x="5360063" y="825203"/>
                  <a:pt x="5394738" y="893718"/>
                  <a:pt x="5430577" y="967630"/>
                </a:cubicBezTo>
                <a:close/>
                <a:moveTo>
                  <a:pt x="4973142" y="26"/>
                </a:moveTo>
                <a:cubicBezTo>
                  <a:pt x="5092495" y="162835"/>
                  <a:pt x="5224286" y="356544"/>
                  <a:pt x="5370999" y="585451"/>
                </a:cubicBezTo>
                <a:cubicBezTo>
                  <a:pt x="5391002" y="616704"/>
                  <a:pt x="5410835" y="647147"/>
                  <a:pt x="5430577" y="677158"/>
                </a:cubicBezTo>
                <a:lnTo>
                  <a:pt x="5430577" y="692758"/>
                </a:lnTo>
                <a:cubicBezTo>
                  <a:pt x="5408431" y="659219"/>
                  <a:pt x="5386194" y="625210"/>
                  <a:pt x="5363734" y="590103"/>
                </a:cubicBezTo>
                <a:cubicBezTo>
                  <a:pt x="5215506" y="358804"/>
                  <a:pt x="5082643" y="163671"/>
                  <a:pt x="4962532" y="26"/>
                </a:cubicBezTo>
                <a:lnTo>
                  <a:pt x="4973142" y="26"/>
                </a:lnTo>
                <a:close/>
                <a:moveTo>
                  <a:pt x="1827548" y="26"/>
                </a:moveTo>
                <a:cubicBezTo>
                  <a:pt x="1920979" y="77322"/>
                  <a:pt x="2039208" y="127428"/>
                  <a:pt x="2196386" y="138076"/>
                </a:cubicBezTo>
                <a:cubicBezTo>
                  <a:pt x="2520855" y="160026"/>
                  <a:pt x="2773188" y="99036"/>
                  <a:pt x="2979074" y="26"/>
                </a:cubicBezTo>
                <a:lnTo>
                  <a:pt x="2999038" y="26"/>
                </a:lnTo>
                <a:cubicBezTo>
                  <a:pt x="2789180" y="104171"/>
                  <a:pt x="2530745" y="169303"/>
                  <a:pt x="2195798" y="146647"/>
                </a:cubicBezTo>
                <a:cubicBezTo>
                  <a:pt x="2031657" y="135541"/>
                  <a:pt x="1909560" y="82156"/>
                  <a:pt x="1813750" y="26"/>
                </a:cubicBezTo>
                <a:lnTo>
                  <a:pt x="1827561" y="26"/>
                </a:lnTo>
                <a:close/>
                <a:moveTo>
                  <a:pt x="5004655" y="26"/>
                </a:moveTo>
                <a:cubicBezTo>
                  <a:pt x="5104058" y="134470"/>
                  <a:pt x="5211495" y="287388"/>
                  <a:pt x="5328235" y="461081"/>
                </a:cubicBezTo>
                <a:cubicBezTo>
                  <a:pt x="5362728" y="512468"/>
                  <a:pt x="5396829" y="562012"/>
                  <a:pt x="5430577" y="609975"/>
                </a:cubicBezTo>
                <a:lnTo>
                  <a:pt x="5430577" y="624935"/>
                </a:lnTo>
                <a:cubicBezTo>
                  <a:pt x="5394516" y="573836"/>
                  <a:pt x="5358038" y="520882"/>
                  <a:pt x="5321114" y="465876"/>
                </a:cubicBezTo>
                <a:cubicBezTo>
                  <a:pt x="5202911" y="290028"/>
                  <a:pt x="5094337" y="135541"/>
                  <a:pt x="4994033" y="26"/>
                </a:cubicBezTo>
                <a:lnTo>
                  <a:pt x="5004668" y="26"/>
                </a:lnTo>
                <a:close/>
                <a:moveTo>
                  <a:pt x="1952545" y="26"/>
                </a:moveTo>
                <a:cubicBezTo>
                  <a:pt x="2007629" y="19428"/>
                  <a:pt x="2069403" y="32063"/>
                  <a:pt x="2139199" y="36792"/>
                </a:cubicBezTo>
                <a:cubicBezTo>
                  <a:pt x="2327995" y="49570"/>
                  <a:pt x="2491836" y="34375"/>
                  <a:pt x="2635961" y="26"/>
                </a:cubicBezTo>
                <a:lnTo>
                  <a:pt x="2671486" y="26"/>
                </a:lnTo>
                <a:cubicBezTo>
                  <a:pt x="2518620" y="40385"/>
                  <a:pt x="2343216" y="59213"/>
                  <a:pt x="2138585" y="45376"/>
                </a:cubicBezTo>
                <a:cubicBezTo>
                  <a:pt x="2058389" y="39954"/>
                  <a:pt x="1988645" y="24302"/>
                  <a:pt x="1927446" y="26"/>
                </a:cubicBezTo>
                <a:lnTo>
                  <a:pt x="1952545" y="26"/>
                </a:lnTo>
                <a:close/>
                <a:moveTo>
                  <a:pt x="5041291" y="26"/>
                </a:moveTo>
                <a:cubicBezTo>
                  <a:pt x="5118051" y="102329"/>
                  <a:pt x="5199292" y="214287"/>
                  <a:pt x="5285485" y="336698"/>
                </a:cubicBezTo>
                <a:cubicBezTo>
                  <a:pt x="5334598" y="406520"/>
                  <a:pt x="5382914" y="472762"/>
                  <a:pt x="5430564" y="536181"/>
                </a:cubicBezTo>
                <a:lnTo>
                  <a:pt x="5430564" y="550553"/>
                </a:lnTo>
                <a:cubicBezTo>
                  <a:pt x="5380628" y="484325"/>
                  <a:pt x="5329973" y="414908"/>
                  <a:pt x="5278443" y="341662"/>
                </a:cubicBezTo>
                <a:cubicBezTo>
                  <a:pt x="5190812" y="217240"/>
                  <a:pt x="5108356" y="103622"/>
                  <a:pt x="5030551" y="26"/>
                </a:cubicBezTo>
                <a:lnTo>
                  <a:pt x="5041291" y="26"/>
                </a:lnTo>
                <a:close/>
                <a:moveTo>
                  <a:pt x="5083440" y="26"/>
                </a:moveTo>
                <a:cubicBezTo>
                  <a:pt x="5134670" y="67039"/>
                  <a:pt x="5187664" y="137606"/>
                  <a:pt x="5242748" y="212327"/>
                </a:cubicBezTo>
                <a:cubicBezTo>
                  <a:pt x="5306560" y="298991"/>
                  <a:pt x="5369104" y="380232"/>
                  <a:pt x="5430577" y="456913"/>
                </a:cubicBezTo>
                <a:lnTo>
                  <a:pt x="5430577" y="470645"/>
                </a:lnTo>
                <a:cubicBezTo>
                  <a:pt x="5366883" y="391442"/>
                  <a:pt x="5302052" y="307339"/>
                  <a:pt x="5235836" y="217436"/>
                </a:cubicBezTo>
                <a:cubicBezTo>
                  <a:pt x="5179354" y="140820"/>
                  <a:pt x="5125054" y="68515"/>
                  <a:pt x="5072635" y="26"/>
                </a:cubicBezTo>
                <a:lnTo>
                  <a:pt x="5083440" y="26"/>
                </a:lnTo>
                <a:close/>
                <a:moveTo>
                  <a:pt x="5131691" y="26"/>
                </a:moveTo>
                <a:cubicBezTo>
                  <a:pt x="5154164" y="28783"/>
                  <a:pt x="5176845" y="57932"/>
                  <a:pt x="5199997" y="87970"/>
                </a:cubicBezTo>
                <a:cubicBezTo>
                  <a:pt x="5278600" y="189998"/>
                  <a:pt x="5355411" y="284762"/>
                  <a:pt x="5430564" y="372798"/>
                </a:cubicBezTo>
                <a:lnTo>
                  <a:pt x="5430564" y="386020"/>
                </a:lnTo>
                <a:cubicBezTo>
                  <a:pt x="5353229" y="295724"/>
                  <a:pt x="5274157" y="198334"/>
                  <a:pt x="5193177" y="93222"/>
                </a:cubicBezTo>
                <a:cubicBezTo>
                  <a:pt x="5168614" y="61356"/>
                  <a:pt x="5144548" y="30456"/>
                  <a:pt x="5120755" y="39"/>
                </a:cubicBezTo>
                <a:lnTo>
                  <a:pt x="5131678" y="39"/>
                </a:lnTo>
                <a:close/>
                <a:moveTo>
                  <a:pt x="5186945" y="26"/>
                </a:moveTo>
                <a:cubicBezTo>
                  <a:pt x="5270028" y="101937"/>
                  <a:pt x="5351204" y="196440"/>
                  <a:pt x="5430564" y="283795"/>
                </a:cubicBezTo>
                <a:lnTo>
                  <a:pt x="5430564" y="296639"/>
                </a:lnTo>
                <a:cubicBezTo>
                  <a:pt x="5347677" y="205664"/>
                  <a:pt x="5262803" y="106902"/>
                  <a:pt x="5175865" y="39"/>
                </a:cubicBezTo>
                <a:lnTo>
                  <a:pt x="5186945" y="39"/>
                </a:lnTo>
                <a:close/>
                <a:moveTo>
                  <a:pt x="5253684" y="26"/>
                </a:moveTo>
                <a:cubicBezTo>
                  <a:pt x="5313602" y="67300"/>
                  <a:pt x="5372566" y="131034"/>
                  <a:pt x="5430577" y="191096"/>
                </a:cubicBezTo>
                <a:lnTo>
                  <a:pt x="5430577" y="203417"/>
                </a:lnTo>
                <a:cubicBezTo>
                  <a:pt x="5368829" y="139657"/>
                  <a:pt x="5306037" y="71925"/>
                  <a:pt x="5242134" y="13"/>
                </a:cubicBezTo>
                <a:lnTo>
                  <a:pt x="5253684" y="13"/>
                </a:lnTo>
                <a:close/>
                <a:moveTo>
                  <a:pt x="5335761" y="26"/>
                </a:moveTo>
                <a:cubicBezTo>
                  <a:pt x="5367628" y="32533"/>
                  <a:pt x="5399220" y="63995"/>
                  <a:pt x="5430564" y="94555"/>
                </a:cubicBezTo>
                <a:lnTo>
                  <a:pt x="5430564" y="106640"/>
                </a:lnTo>
                <a:cubicBezTo>
                  <a:pt x="5395248" y="72291"/>
                  <a:pt x="5359631" y="36845"/>
                  <a:pt x="5323636" y="26"/>
                </a:cubicBezTo>
                <a:lnTo>
                  <a:pt x="5335761" y="26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306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F6A97B-6DE8-CB52-7C9E-1F996D8A68A3}"/>
              </a:ext>
            </a:extLst>
          </p:cNvPr>
          <p:cNvSpPr/>
          <p:nvPr userDrawn="1"/>
        </p:nvSpPr>
        <p:spPr>
          <a:xfrm>
            <a:off x="305753" y="6362066"/>
            <a:ext cx="353695" cy="35369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44910-57DA-246E-63A4-5ADDDB2A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929A3-81D0-49EC-A458-87684FE3F923}" type="slidenum">
              <a:rPr lang="en-ID" smtClean="0"/>
              <a:t>‹#›</a:t>
            </a:fld>
            <a:endParaRPr lang="en-ID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61DDE7-845C-67B4-6D13-D5B593BF3CBC}"/>
              </a:ext>
            </a:extLst>
          </p:cNvPr>
          <p:cNvCxnSpPr>
            <a:cxnSpLocks/>
          </p:cNvCxnSpPr>
          <p:nvPr userDrawn="1"/>
        </p:nvCxnSpPr>
        <p:spPr>
          <a:xfrm>
            <a:off x="10788650" y="6426202"/>
            <a:ext cx="0" cy="225424"/>
          </a:xfrm>
          <a:prstGeom prst="line">
            <a:avLst/>
          </a:prstGeom>
          <a:ln w="1270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80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D010-2181-2B4E-4B44-BA6BD9EF6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65125"/>
            <a:ext cx="10401300" cy="663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BF68D-44B4-6620-9B97-EBAEFBB6A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1371600"/>
            <a:ext cx="5105396" cy="48387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001F7-0AB6-7324-7FF9-9FB8C9985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3200" y="1371600"/>
            <a:ext cx="5105396" cy="48387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7E28C-3CBB-2F34-C442-0815BB21A1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8502" y="6426201"/>
            <a:ext cx="800098" cy="225424"/>
          </a:xfrm>
          <a:prstGeom prst="rect">
            <a:avLst/>
          </a:prstGeom>
        </p:spPr>
        <p:txBody>
          <a:bodyPr/>
          <a:lstStyle/>
          <a:p>
            <a:fld id="{88E10ADB-2FB4-4A33-AD39-0B23338785F3}" type="datetime1">
              <a:rPr lang="en-ID" smtClean="0"/>
              <a:t>09/11/25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52CF3-B9D1-6255-D148-246DD438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 Disintermediation: Information Effects and Pricing Remedies</a:t>
            </a:r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C73AE-C2DE-3BD8-4743-EF104EF1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929A3-81D0-49EC-A458-87684FE3F9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461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E1FA-4868-BE30-2341-31B09D57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214D57-3A61-CB52-7B2D-ED68640C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8502" y="6426201"/>
            <a:ext cx="800098" cy="225424"/>
          </a:xfrm>
          <a:prstGeom prst="rect">
            <a:avLst/>
          </a:prstGeom>
        </p:spPr>
        <p:txBody>
          <a:bodyPr/>
          <a:lstStyle/>
          <a:p>
            <a:fld id="{BD927695-177B-4CFE-99B6-C290AA6EF683}" type="datetime1">
              <a:rPr lang="en-ID" smtClean="0"/>
              <a:t>09/11/25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090EC-0CBD-E774-C3B1-3C791DF75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 Disintermediation: Information Effects and Pricing Remedies</a:t>
            </a:r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03176-CC21-B177-952B-DE4715A5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929A3-81D0-49EC-A458-87684FE3F9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2352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9DCE0D-1E2E-8D38-2C7A-ADCD889819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3795FB-28F2-FADD-6E6B-22F003FA27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8502" y="6426201"/>
            <a:ext cx="800098" cy="225424"/>
          </a:xfrm>
          <a:prstGeom prst="rect">
            <a:avLst/>
          </a:prstGeom>
        </p:spPr>
        <p:txBody>
          <a:bodyPr/>
          <a:lstStyle/>
          <a:p>
            <a:fld id="{CD2E9770-83D2-4FC0-A3A8-020ADF32E153}" type="datetime1">
              <a:rPr lang="en-ID" smtClean="0"/>
              <a:t>09/11/25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A0DFD-FC2D-4F86-53E2-61A6EB1B9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 Disintermediation: Information Effects and Pricing Remedies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47D4A-0C17-0210-1FEA-85725C91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929A3-81D0-49EC-A458-87684FE3F9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43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A8AF8F-7B5F-9539-5621-ED875C0B9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1125200" cy="663575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A1942-C205-4121-D152-6B5D573A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371600"/>
            <a:ext cx="11125200" cy="4838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573D1-9CCE-4894-31A9-EE11F5A29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543" y="6426201"/>
            <a:ext cx="9461497" cy="2254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Platform Disintermediation: Information Effects and Pricing Remedies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1D7DD-1E99-6EED-D84C-5D1B0A56A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6761" y="6426201"/>
            <a:ext cx="353696" cy="2254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2"/>
                </a:solidFill>
              </a:defRPr>
            </a:lvl1pPr>
          </a:lstStyle>
          <a:p>
            <a:fld id="{39E929A3-81D0-49EC-A458-87684FE3F923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669BC033-8867-03D3-D89F-6C339B228BE6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95250"/>
          </a:xfrm>
          <a:custGeom>
            <a:avLst/>
            <a:gdLst>
              <a:gd name="connsiteX0" fmla="*/ 0 w 7543800"/>
              <a:gd name="connsiteY0" fmla="*/ 0 h 95250"/>
              <a:gd name="connsiteX1" fmla="*/ 7543800 w 7543800"/>
              <a:gd name="connsiteY1" fmla="*/ 0 h 95250"/>
              <a:gd name="connsiteX2" fmla="*/ 7543800 w 7543800"/>
              <a:gd name="connsiteY2" fmla="*/ 95250 h 95250"/>
              <a:gd name="connsiteX3" fmla="*/ 0 w 7543800"/>
              <a:gd name="connsiteY3" fmla="*/ 95250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43800" h="95250">
                <a:moveTo>
                  <a:pt x="0" y="0"/>
                </a:moveTo>
                <a:lnTo>
                  <a:pt x="7543800" y="0"/>
                </a:lnTo>
                <a:lnTo>
                  <a:pt x="7543800" y="95250"/>
                </a:lnTo>
                <a:lnTo>
                  <a:pt x="0" y="95250"/>
                </a:lnTo>
              </a:path>
            </a:pathLst>
          </a:custGeom>
          <a:gradFill>
            <a:gsLst>
              <a:gs pos="0">
                <a:srgbClr val="F58020"/>
              </a:gs>
              <a:gs pos="31000">
                <a:srgbClr val="ADA271"/>
              </a:gs>
              <a:gs pos="50000">
                <a:srgbClr val="85B6A0"/>
              </a:gs>
              <a:gs pos="57000">
                <a:srgbClr val="7CB2A1"/>
              </a:gs>
              <a:gs pos="68000">
                <a:srgbClr val="66A9A6"/>
              </a:gs>
              <a:gs pos="82000">
                <a:srgbClr val="429AAE"/>
              </a:gs>
              <a:gs pos="98000">
                <a:srgbClr val="1085B9"/>
              </a:gs>
              <a:gs pos="100000">
                <a:srgbClr val="0882BB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1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" panose="05000000000000000000" pitchFamily="2" charset="2"/>
        <a:buChar char="ä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80000"/>
        <a:buFont typeface="Wingdings" panose="05000000000000000000" pitchFamily="2" charset="2"/>
        <a:buChar char="ä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80000"/>
        <a:buFont typeface="Wingdings" panose="05000000000000000000" pitchFamily="2" charset="2"/>
        <a:buChar char="ä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80000"/>
        <a:buFont typeface="Wingdings" panose="05000000000000000000" pitchFamily="2" charset="2"/>
        <a:buChar char="ä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80000"/>
        <a:buFont typeface="Wingdings" panose="05000000000000000000" pitchFamily="2" charset="2"/>
        <a:buChar char="ä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pos="7344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  <p15:guide id="6" orient="horz" pos="864" userDrawn="1">
          <p15:clr>
            <a:srgbClr val="F26B43"/>
          </p15:clr>
        </p15:guide>
        <p15:guide id="7" orient="horz" pos="39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B026A930-9A13-D6BC-B7D9-623EC5366A62}"/>
              </a:ext>
            </a:extLst>
          </p:cNvPr>
          <p:cNvGrpSpPr/>
          <p:nvPr/>
        </p:nvGrpSpPr>
        <p:grpSpPr>
          <a:xfrm>
            <a:off x="0" y="4681275"/>
            <a:ext cx="12192000" cy="1605651"/>
            <a:chOff x="0" y="4576974"/>
            <a:chExt cx="12192000" cy="160565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D977729-6BDE-0847-DB29-BA7E43AF2494}"/>
                </a:ext>
              </a:extLst>
            </p:cNvPr>
            <p:cNvSpPr/>
            <p:nvPr/>
          </p:nvSpPr>
          <p:spPr>
            <a:xfrm>
              <a:off x="0" y="4576974"/>
              <a:ext cx="12192000" cy="1605651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105_1">
              <a:extLst>
                <a:ext uri="{FF2B5EF4-FFF2-40B4-BE49-F238E27FC236}">
                  <a16:creationId xmlns:a16="http://schemas.microsoft.com/office/drawing/2014/main" id="{03DFE7FB-1151-5B2C-54BF-ADD2FB8125B4}"/>
                </a:ext>
              </a:extLst>
            </p:cNvPr>
            <p:cNvSpPr/>
            <p:nvPr/>
          </p:nvSpPr>
          <p:spPr>
            <a:xfrm>
              <a:off x="0" y="4699919"/>
              <a:ext cx="12192000" cy="1258856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E769CA3-82D0-5A99-3799-CA723F3E46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5162230"/>
              <a:ext cx="12192000" cy="9028"/>
            </a:xfrm>
            <a:prstGeom prst="line">
              <a:avLst/>
            </a:prstGeom>
            <a:ln w="10160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511E1465-FE1A-DB37-A848-7CE2803D69BD}"/>
              </a:ext>
            </a:extLst>
          </p:cNvPr>
          <p:cNvSpPr txBox="1"/>
          <p:nvPr/>
        </p:nvSpPr>
        <p:spPr>
          <a:xfrm>
            <a:off x="1864270" y="5493246"/>
            <a:ext cx="805542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400" spc="-15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Test-free.  No  prior coding experience required.  Join us!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145DDD-593F-8455-D373-C53CBB56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543" y="711448"/>
            <a:ext cx="6221729" cy="775597"/>
          </a:xfrm>
        </p:spPr>
        <p:txBody>
          <a:bodyPr wrap="square" anchor="t">
            <a:spAutoFit/>
          </a:bodyPr>
          <a:lstStyle/>
          <a:p>
            <a:r>
              <a:rPr lang="en-US" sz="2000" b="1" dirty="0"/>
              <a:t>MGMT298D: </a:t>
            </a:r>
            <a:br>
              <a:rPr lang="en-US" sz="2000" b="1" dirty="0"/>
            </a:br>
            <a:r>
              <a:rPr lang="en-US" b="1" dirty="0"/>
              <a:t>The Science and Strategy of 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7D2E3-5C3D-11AD-C029-F57AE6384C9E}"/>
              </a:ext>
            </a:extLst>
          </p:cNvPr>
          <p:cNvSpPr txBox="1">
            <a:spLocks/>
          </p:cNvSpPr>
          <p:nvPr/>
        </p:nvSpPr>
        <p:spPr>
          <a:xfrm>
            <a:off x="533400" y="1788265"/>
            <a:ext cx="498695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i="1" dirty="0">
                <a:solidFill>
                  <a:schemeClr val="tx2"/>
                </a:solidFill>
              </a:rPr>
              <a:t>(Spring 2026, 4 Units, Siddiq)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375A64-5707-052C-06B4-7613294F58C9}"/>
              </a:ext>
            </a:extLst>
          </p:cNvPr>
          <p:cNvGrpSpPr/>
          <p:nvPr/>
        </p:nvGrpSpPr>
        <p:grpSpPr>
          <a:xfrm>
            <a:off x="533400" y="95250"/>
            <a:ext cx="908439" cy="374630"/>
            <a:chOff x="1257300" y="0"/>
            <a:chExt cx="905937" cy="332128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C6A30758-1DFA-12D6-C8D1-EA6708E7E14B}"/>
                </a:ext>
              </a:extLst>
            </p:cNvPr>
            <p:cNvSpPr/>
            <p:nvPr/>
          </p:nvSpPr>
          <p:spPr>
            <a:xfrm flipV="1">
              <a:off x="1257300" y="0"/>
              <a:ext cx="905937" cy="332128"/>
            </a:xfrm>
            <a:prstGeom prst="round2SameRect">
              <a:avLst>
                <a:gd name="adj1" fmla="val 28139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49E3AF-3EF2-055A-3C53-CD8E34D3C663}"/>
                </a:ext>
              </a:extLst>
            </p:cNvPr>
            <p:cNvSpPr txBox="1"/>
            <p:nvPr/>
          </p:nvSpPr>
          <p:spPr>
            <a:xfrm>
              <a:off x="1452895" y="43277"/>
              <a:ext cx="514746" cy="24557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tabLst>
                  <a:tab pos="519113" algn="l"/>
                </a:tabLst>
              </a:pPr>
              <a:r>
                <a:rPr lang="en-US" b="1" dirty="0">
                  <a:solidFill>
                    <a:schemeClr val="bg1"/>
                  </a:solidFill>
                </a:rPr>
                <a:t>NEW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3817F6D-9EC3-C936-6635-80700CC4A2CF}"/>
              </a:ext>
            </a:extLst>
          </p:cNvPr>
          <p:cNvSpPr txBox="1">
            <a:spLocks/>
          </p:cNvSpPr>
          <p:nvPr/>
        </p:nvSpPr>
        <p:spPr>
          <a:xfrm>
            <a:off x="6747145" y="726444"/>
            <a:ext cx="4998575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Clr>
                <a:schemeClr val="accent3"/>
              </a:buClr>
              <a:buSzPct val="80000"/>
            </a:pPr>
            <a:r>
              <a:rPr lang="en-US" sz="2400" dirty="0">
                <a:solidFill>
                  <a:schemeClr val="tx2"/>
                </a:solidFill>
                <a:latin typeface="+mj-lt"/>
              </a:rPr>
              <a:t>An intuitive, no-hype survey of essential AI models. Open to </a:t>
            </a:r>
            <a:r>
              <a:rPr lang="en-US" sz="2400" b="1" i="1" dirty="0">
                <a:solidFill>
                  <a:schemeClr val="accent1"/>
                </a:solidFill>
                <a:latin typeface="+mj-lt"/>
              </a:rPr>
              <a:t>all</a:t>
            </a:r>
            <a:r>
              <a:rPr lang="en-US" sz="2400" b="1" i="1" dirty="0">
                <a:latin typeface="+mj-lt"/>
              </a:rPr>
              <a:t>.</a:t>
            </a:r>
            <a:endParaRPr lang="en-US" sz="2400" dirty="0">
              <a:latin typeface="+mj-l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2DDBDB-76E7-7EF8-F1CE-44043EEFC4A2}"/>
              </a:ext>
            </a:extLst>
          </p:cNvPr>
          <p:cNvCxnSpPr>
            <a:cxnSpLocks/>
          </p:cNvCxnSpPr>
          <p:nvPr/>
        </p:nvCxnSpPr>
        <p:spPr>
          <a:xfrm>
            <a:off x="6453750" y="508715"/>
            <a:ext cx="0" cy="1181062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DE116D-0BFA-65FF-62CD-D1C52F3F804B}"/>
              </a:ext>
            </a:extLst>
          </p:cNvPr>
          <p:cNvCxnSpPr>
            <a:cxnSpLocks/>
          </p:cNvCxnSpPr>
          <p:nvPr/>
        </p:nvCxnSpPr>
        <p:spPr>
          <a:xfrm>
            <a:off x="551543" y="1689777"/>
            <a:ext cx="11107057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6992ED-1008-F3A1-8A3B-206FCCEEBDAB}"/>
              </a:ext>
            </a:extLst>
          </p:cNvPr>
          <p:cNvSpPr/>
          <p:nvPr/>
        </p:nvSpPr>
        <p:spPr>
          <a:xfrm>
            <a:off x="453685" y="2182064"/>
            <a:ext cx="2968784" cy="983340"/>
          </a:xfrm>
          <a:prstGeom prst="roundRect">
            <a:avLst>
              <a:gd name="adj" fmla="val 13053"/>
            </a:avLst>
          </a:prstGeom>
          <a:gradFill flip="none" rotWithShape="1">
            <a:gsLst>
              <a:gs pos="100000">
                <a:srgbClr val="00143F"/>
              </a:gs>
              <a:gs pos="0">
                <a:srgbClr val="00456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Explore in Python through</a:t>
            </a:r>
            <a:endParaRPr lang="en-US" sz="1600" b="1" dirty="0">
              <a:solidFill>
                <a:schemeClr val="accent4"/>
              </a:solidFill>
              <a:ea typeface="Fira Sans"/>
              <a:cs typeface="Fira Sans"/>
              <a:sym typeface="Fira Sans"/>
            </a:endParaRPr>
          </a:p>
          <a:p>
            <a:pPr algn="ctr"/>
            <a:r>
              <a:rPr lang="en-US" sz="1600" b="1" dirty="0">
                <a:solidFill>
                  <a:schemeClr val="accent4"/>
                </a:solidFill>
                <a:ea typeface="Fira Sans"/>
                <a:cs typeface="Fira Sans"/>
                <a:sym typeface="Fira Sans"/>
              </a:rPr>
              <a:t>guided, hands-on</a:t>
            </a:r>
            <a:r>
              <a:rPr lang="en-US" sz="16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 sessions.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87B494C-DE4E-552D-893E-79402B3973B1}"/>
              </a:ext>
            </a:extLst>
          </p:cNvPr>
          <p:cNvSpPr/>
          <p:nvPr/>
        </p:nvSpPr>
        <p:spPr>
          <a:xfrm>
            <a:off x="3457301" y="2182064"/>
            <a:ext cx="5103225" cy="983340"/>
          </a:xfrm>
          <a:prstGeom prst="roundRect">
            <a:avLst>
              <a:gd name="adj" fmla="val 13053"/>
            </a:avLst>
          </a:prstGeom>
          <a:gradFill flip="none" rotWithShape="1">
            <a:gsLst>
              <a:gs pos="100000">
                <a:srgbClr val="00143F"/>
              </a:gs>
              <a:gs pos="0">
                <a:srgbClr val="00456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Examine </a:t>
            </a:r>
            <a:r>
              <a:rPr lang="en-US" sz="1600" b="1" dirty="0">
                <a:solidFill>
                  <a:schemeClr val="accent4"/>
                </a:solidFill>
                <a:ea typeface="Fira Sans"/>
                <a:cs typeface="Fira Sans"/>
                <a:sym typeface="Fira Sans"/>
              </a:rPr>
              <a:t>practical </a:t>
            </a:r>
            <a:r>
              <a:rPr lang="en-US" sz="1600" b="1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use cases from </a:t>
            </a:r>
            <a:r>
              <a:rPr lang="en-US" sz="16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pricing and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personalization to self-driving cars and AI agents.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65649F-EA2F-BD97-C031-6446F36DFEAA}"/>
              </a:ext>
            </a:extLst>
          </p:cNvPr>
          <p:cNvSpPr/>
          <p:nvPr/>
        </p:nvSpPr>
        <p:spPr>
          <a:xfrm>
            <a:off x="8595358" y="2182064"/>
            <a:ext cx="3063437" cy="983340"/>
          </a:xfrm>
          <a:prstGeom prst="roundRect">
            <a:avLst>
              <a:gd name="adj" fmla="val 13053"/>
            </a:avLst>
          </a:prstGeom>
          <a:gradFill flip="none" rotWithShape="1">
            <a:gsLst>
              <a:gs pos="100000">
                <a:srgbClr val="00143F"/>
              </a:gs>
              <a:gs pos="0">
                <a:srgbClr val="00456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Build a </a:t>
            </a:r>
            <a:r>
              <a:rPr lang="en-US" sz="1600" b="1" dirty="0">
                <a:solidFill>
                  <a:schemeClr val="accent4"/>
                </a:solidFill>
                <a:ea typeface="Fira Sans"/>
                <a:cs typeface="Fira Sans"/>
                <a:sym typeface="Fira Sans"/>
              </a:rPr>
              <a:t>live, public</a:t>
            </a:r>
            <a:br>
              <a:rPr lang="en-US" sz="1600" b="1" dirty="0">
                <a:solidFill>
                  <a:schemeClr val="accent4"/>
                </a:solidFill>
                <a:ea typeface="Fira Sans"/>
                <a:cs typeface="Fira Sans"/>
                <a:sym typeface="Fira Sans"/>
              </a:rPr>
            </a:br>
            <a:r>
              <a:rPr lang="en-US" sz="16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AI-powered micro-app.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40A16E2-182A-C74A-D421-FE1BAC1695D1}"/>
              </a:ext>
            </a:extLst>
          </p:cNvPr>
          <p:cNvGrpSpPr/>
          <p:nvPr/>
        </p:nvGrpSpPr>
        <p:grpSpPr>
          <a:xfrm>
            <a:off x="453685" y="4123068"/>
            <a:ext cx="1096509" cy="848255"/>
            <a:chOff x="453685" y="4123068"/>
            <a:chExt cx="1096509" cy="848255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13A5C3A-08DC-0B6D-9754-C6DC4ADD28C3}"/>
                </a:ext>
              </a:extLst>
            </p:cNvPr>
            <p:cNvSpPr/>
            <p:nvPr/>
          </p:nvSpPr>
          <p:spPr>
            <a:xfrm>
              <a:off x="453685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ctr"/>
            <a:lstStyle/>
            <a:p>
              <a:pPr algn="ctr">
                <a:lnSpc>
                  <a:spcPct val="80000"/>
                </a:lnSpc>
              </a:pPr>
              <a:endParaRPr lang="en-US" sz="1100" dirty="0">
                <a:solidFill>
                  <a:schemeClr val="tx2"/>
                </a:solidFill>
                <a:cs typeface="Arial" panose="020B060402020202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  <a:t>Feature-Engineered Regression</a:t>
              </a:r>
              <a:b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30" name="Rectangle: Top Corners Rounded 29">
              <a:extLst>
                <a:ext uri="{FF2B5EF4-FFF2-40B4-BE49-F238E27FC236}">
                  <a16:creationId xmlns:a16="http://schemas.microsoft.com/office/drawing/2014/main" id="{3FF5CA11-1E1F-2F7B-6B26-A3B336C984FA}"/>
                </a:ext>
              </a:extLst>
            </p:cNvPr>
            <p:cNvSpPr>
              <a:spLocks/>
            </p:cNvSpPr>
            <p:nvPr/>
          </p:nvSpPr>
          <p:spPr>
            <a:xfrm>
              <a:off x="453685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1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B60D380-BE99-A398-0929-EE8932C47F94}"/>
              </a:ext>
            </a:extLst>
          </p:cNvPr>
          <p:cNvGrpSpPr/>
          <p:nvPr/>
        </p:nvGrpSpPr>
        <p:grpSpPr>
          <a:xfrm>
            <a:off x="1581623" y="4123068"/>
            <a:ext cx="1096509" cy="848255"/>
            <a:chOff x="1581623" y="4123068"/>
            <a:chExt cx="1096509" cy="848255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9FFAA06-A300-929D-76D1-49B5D4307896}"/>
                </a:ext>
              </a:extLst>
            </p:cNvPr>
            <p:cNvSpPr/>
            <p:nvPr/>
          </p:nvSpPr>
          <p:spPr>
            <a:xfrm>
              <a:off x="1581623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ctr"/>
            <a:lstStyle/>
            <a:p>
              <a:pPr algn="ctr">
                <a:lnSpc>
                  <a:spcPct val="80000"/>
                </a:lnSpc>
              </a:pPr>
              <a:b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  <a:t>Tree-Based Predictions</a:t>
              </a:r>
              <a:b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625757D3-F89D-2D9C-DC44-B7493891E99F}"/>
                </a:ext>
              </a:extLst>
            </p:cNvPr>
            <p:cNvSpPr>
              <a:spLocks/>
            </p:cNvSpPr>
            <p:nvPr/>
          </p:nvSpPr>
          <p:spPr>
            <a:xfrm>
              <a:off x="1581623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2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A1E30D5-C6ED-4B81-7E4B-CB4A6C2A2BD3}"/>
              </a:ext>
            </a:extLst>
          </p:cNvPr>
          <p:cNvGrpSpPr/>
          <p:nvPr/>
        </p:nvGrpSpPr>
        <p:grpSpPr>
          <a:xfrm>
            <a:off x="2709561" y="4123068"/>
            <a:ext cx="1096509" cy="848255"/>
            <a:chOff x="2709561" y="4123068"/>
            <a:chExt cx="1096509" cy="848255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C011C0E-A961-D6B7-8BE9-8195725EF793}"/>
                </a:ext>
              </a:extLst>
            </p:cNvPr>
            <p:cNvSpPr/>
            <p:nvPr/>
          </p:nvSpPr>
          <p:spPr>
            <a:xfrm>
              <a:off x="2709561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ctr"/>
            <a:lstStyle/>
            <a:p>
              <a:pPr algn="ctr">
                <a:lnSpc>
                  <a:spcPct val="80000"/>
                </a:lnSpc>
              </a:pPr>
              <a:b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  <a:t>Clustering &amp; Segmentation</a:t>
              </a:r>
              <a:b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100" dirty="0">
                <a:solidFill>
                  <a:schemeClr val="tx2"/>
                </a:solidFill>
              </a:endParaRPr>
            </a:p>
          </p:txBody>
        </p:sp>
        <p:sp>
          <p:nvSpPr>
            <p:cNvPr id="36" name="Rectangle: Top Corners Rounded 35">
              <a:extLst>
                <a:ext uri="{FF2B5EF4-FFF2-40B4-BE49-F238E27FC236}">
                  <a16:creationId xmlns:a16="http://schemas.microsoft.com/office/drawing/2014/main" id="{D7B1CBD7-E9D3-B5A7-B64D-37763C42C844}"/>
                </a:ext>
              </a:extLst>
            </p:cNvPr>
            <p:cNvSpPr>
              <a:spLocks/>
            </p:cNvSpPr>
            <p:nvPr/>
          </p:nvSpPr>
          <p:spPr>
            <a:xfrm>
              <a:off x="2709561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3</a:t>
              </a: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525D69D8-3487-4756-7ACB-06E0182F4E6A}"/>
              </a:ext>
            </a:extLst>
          </p:cNvPr>
          <p:cNvGrpSpPr/>
          <p:nvPr/>
        </p:nvGrpSpPr>
        <p:grpSpPr>
          <a:xfrm>
            <a:off x="3837499" y="4123068"/>
            <a:ext cx="1127938" cy="848255"/>
            <a:chOff x="3837499" y="4123068"/>
            <a:chExt cx="1127938" cy="848255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7832AAB-4F70-FF5F-67BA-B29DF8A35D0B}"/>
                </a:ext>
              </a:extLst>
            </p:cNvPr>
            <p:cNvSpPr/>
            <p:nvPr/>
          </p:nvSpPr>
          <p:spPr>
            <a:xfrm>
              <a:off x="3837499" y="4123068"/>
              <a:ext cx="1127938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ctr"/>
            <a:lstStyle/>
            <a:p>
              <a:pPr algn="ctr">
                <a:lnSpc>
                  <a:spcPct val="80000"/>
                </a:lnSpc>
              </a:pPr>
              <a:b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  <a:t>Reinforcement Learning</a:t>
              </a:r>
              <a:b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39" name="Rectangle: Top Corners Rounded 38">
              <a:extLst>
                <a:ext uri="{FF2B5EF4-FFF2-40B4-BE49-F238E27FC236}">
                  <a16:creationId xmlns:a16="http://schemas.microsoft.com/office/drawing/2014/main" id="{8AE788E9-22E6-5F26-13F0-2AB52271C92C}"/>
                </a:ext>
              </a:extLst>
            </p:cNvPr>
            <p:cNvSpPr>
              <a:spLocks/>
            </p:cNvSpPr>
            <p:nvPr/>
          </p:nvSpPr>
          <p:spPr>
            <a:xfrm>
              <a:off x="3837499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4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B1E3422-57B7-2043-54A9-CF60098C86B5}"/>
              </a:ext>
            </a:extLst>
          </p:cNvPr>
          <p:cNvGrpSpPr/>
          <p:nvPr/>
        </p:nvGrpSpPr>
        <p:grpSpPr>
          <a:xfrm>
            <a:off x="4965437" y="4123068"/>
            <a:ext cx="1096509" cy="848255"/>
            <a:chOff x="4965437" y="4123068"/>
            <a:chExt cx="1096509" cy="848255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BAD7415-2CC9-EC06-D5C5-E3F5804C22E8}"/>
                </a:ext>
              </a:extLst>
            </p:cNvPr>
            <p:cNvSpPr/>
            <p:nvPr/>
          </p:nvSpPr>
          <p:spPr>
            <a:xfrm>
              <a:off x="4965437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ctr"/>
            <a:lstStyle/>
            <a:p>
              <a:pPr algn="ctr">
                <a:lnSpc>
                  <a:spcPct val="80000"/>
                </a:lnSpc>
              </a:pPr>
              <a:b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  <a:t>Neural Networks</a:t>
              </a:r>
              <a:b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42" name="Rectangle: Top Corners Rounded 41">
              <a:extLst>
                <a:ext uri="{FF2B5EF4-FFF2-40B4-BE49-F238E27FC236}">
                  <a16:creationId xmlns:a16="http://schemas.microsoft.com/office/drawing/2014/main" id="{69493791-146C-1B36-C337-5F28E1444892}"/>
                </a:ext>
              </a:extLst>
            </p:cNvPr>
            <p:cNvSpPr>
              <a:spLocks/>
            </p:cNvSpPr>
            <p:nvPr/>
          </p:nvSpPr>
          <p:spPr>
            <a:xfrm>
              <a:off x="4965437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5</a:t>
              </a: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B2D836E-8119-1583-AE20-134F664CD382}"/>
              </a:ext>
            </a:extLst>
          </p:cNvPr>
          <p:cNvGrpSpPr/>
          <p:nvPr/>
        </p:nvGrpSpPr>
        <p:grpSpPr>
          <a:xfrm>
            <a:off x="6093375" y="4123068"/>
            <a:ext cx="1096509" cy="848255"/>
            <a:chOff x="6093375" y="4123068"/>
            <a:chExt cx="1096509" cy="848255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8E90C47C-8A0E-9569-4025-6877C66145DE}"/>
                </a:ext>
              </a:extLst>
            </p:cNvPr>
            <p:cNvSpPr/>
            <p:nvPr/>
          </p:nvSpPr>
          <p:spPr>
            <a:xfrm>
              <a:off x="6093375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ctr"/>
            <a:lstStyle/>
            <a:p>
              <a:pPr algn="ctr">
                <a:lnSpc>
                  <a:spcPct val="80000"/>
                </a:lnSpc>
              </a:pPr>
              <a:b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  <a:t>Computer Vision</a:t>
              </a:r>
              <a:b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100" dirty="0">
                <a:solidFill>
                  <a:schemeClr val="tx2"/>
                </a:solidFill>
              </a:endParaRPr>
            </a:p>
          </p:txBody>
        </p:sp>
        <p:sp>
          <p:nvSpPr>
            <p:cNvPr id="45" name="Rectangle: Top Corners Rounded 44">
              <a:extLst>
                <a:ext uri="{FF2B5EF4-FFF2-40B4-BE49-F238E27FC236}">
                  <a16:creationId xmlns:a16="http://schemas.microsoft.com/office/drawing/2014/main" id="{48B81DA9-CDEA-BE71-7D85-6E4E0FB38D79}"/>
                </a:ext>
              </a:extLst>
            </p:cNvPr>
            <p:cNvSpPr>
              <a:spLocks/>
            </p:cNvSpPr>
            <p:nvPr/>
          </p:nvSpPr>
          <p:spPr>
            <a:xfrm>
              <a:off x="6093375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6</a:t>
              </a: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C3EF98E-F9FB-F0BC-3FFB-4A83E9FE8354}"/>
              </a:ext>
            </a:extLst>
          </p:cNvPr>
          <p:cNvGrpSpPr/>
          <p:nvPr/>
        </p:nvGrpSpPr>
        <p:grpSpPr>
          <a:xfrm>
            <a:off x="7221313" y="4123068"/>
            <a:ext cx="1096509" cy="848255"/>
            <a:chOff x="7221313" y="4123068"/>
            <a:chExt cx="1096509" cy="848255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C0D1CF9C-C191-FCB1-3624-6A52BD0CD98D}"/>
                </a:ext>
              </a:extLst>
            </p:cNvPr>
            <p:cNvSpPr/>
            <p:nvPr/>
          </p:nvSpPr>
          <p:spPr>
            <a:xfrm>
              <a:off x="7221313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ctr"/>
            <a:lstStyle/>
            <a:p>
              <a:pPr algn="ctr">
                <a:lnSpc>
                  <a:spcPct val="80000"/>
                </a:lnSpc>
              </a:pPr>
              <a:b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  <a:t>Transformers &amp; LLMs</a:t>
              </a:r>
              <a:b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585A8EC0-ED58-58F8-69FE-A28DCD151156}"/>
                </a:ext>
              </a:extLst>
            </p:cNvPr>
            <p:cNvSpPr>
              <a:spLocks/>
            </p:cNvSpPr>
            <p:nvPr/>
          </p:nvSpPr>
          <p:spPr>
            <a:xfrm>
              <a:off x="7221313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7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94856AD-5DA0-CA52-21F5-CF94C0FF986C}"/>
              </a:ext>
            </a:extLst>
          </p:cNvPr>
          <p:cNvGrpSpPr/>
          <p:nvPr/>
        </p:nvGrpSpPr>
        <p:grpSpPr>
          <a:xfrm>
            <a:off x="8349251" y="4123068"/>
            <a:ext cx="1096509" cy="848255"/>
            <a:chOff x="8349251" y="4123068"/>
            <a:chExt cx="1096509" cy="848255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E95AB39E-5882-CBEE-1FA4-4D229548F31F}"/>
                </a:ext>
              </a:extLst>
            </p:cNvPr>
            <p:cNvSpPr/>
            <p:nvPr/>
          </p:nvSpPr>
          <p:spPr>
            <a:xfrm>
              <a:off x="8349251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  <a:t>Generative AI</a:t>
              </a:r>
              <a:endParaRPr lang="en-US" sz="1100" dirty="0">
                <a:solidFill>
                  <a:schemeClr val="tx2"/>
                </a:solidFill>
              </a:endParaRPr>
            </a:p>
          </p:txBody>
        </p:sp>
        <p:sp>
          <p:nvSpPr>
            <p:cNvPr id="51" name="Rectangle: Top Corners Rounded 50">
              <a:extLst>
                <a:ext uri="{FF2B5EF4-FFF2-40B4-BE49-F238E27FC236}">
                  <a16:creationId xmlns:a16="http://schemas.microsoft.com/office/drawing/2014/main" id="{D6B8DAAB-E737-5DB6-EE51-D5EA35A7A52D}"/>
                </a:ext>
              </a:extLst>
            </p:cNvPr>
            <p:cNvSpPr>
              <a:spLocks/>
            </p:cNvSpPr>
            <p:nvPr/>
          </p:nvSpPr>
          <p:spPr>
            <a:xfrm>
              <a:off x="8349251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8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A38DA04-FE81-4940-BEE1-3AE095FF048C}"/>
              </a:ext>
            </a:extLst>
          </p:cNvPr>
          <p:cNvGrpSpPr/>
          <p:nvPr/>
        </p:nvGrpSpPr>
        <p:grpSpPr>
          <a:xfrm>
            <a:off x="9477189" y="4123068"/>
            <a:ext cx="1096509" cy="848255"/>
            <a:chOff x="9477189" y="4123068"/>
            <a:chExt cx="1096509" cy="848255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33C001E8-CE17-2E71-4BE5-487947FEAAD8}"/>
                </a:ext>
              </a:extLst>
            </p:cNvPr>
            <p:cNvSpPr/>
            <p:nvPr/>
          </p:nvSpPr>
          <p:spPr>
            <a:xfrm>
              <a:off x="9477189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100" dirty="0">
                  <a:solidFill>
                    <a:schemeClr val="tx2"/>
                  </a:solidFill>
                  <a:cs typeface="Arial" panose="020B0604020202020204" pitchFamily="34" charset="0"/>
                </a:rPr>
                <a:t>Prototyping &amp; Publishing</a:t>
              </a:r>
              <a:endParaRPr lang="en-US" sz="1100" dirty="0">
                <a:solidFill>
                  <a:schemeClr val="tx2"/>
                </a:solidFill>
              </a:endParaRPr>
            </a:p>
          </p:txBody>
        </p:sp>
        <p:sp>
          <p:nvSpPr>
            <p:cNvPr id="54" name="Rectangle: Top Corners Rounded 53">
              <a:extLst>
                <a:ext uri="{FF2B5EF4-FFF2-40B4-BE49-F238E27FC236}">
                  <a16:creationId xmlns:a16="http://schemas.microsoft.com/office/drawing/2014/main" id="{0D509C36-3CEF-16DC-56B4-03831E65F02C}"/>
                </a:ext>
              </a:extLst>
            </p:cNvPr>
            <p:cNvSpPr>
              <a:spLocks/>
            </p:cNvSpPr>
            <p:nvPr/>
          </p:nvSpPr>
          <p:spPr>
            <a:xfrm>
              <a:off x="9477189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9</a:t>
              </a:r>
            </a:p>
          </p:txBody>
        </p:sp>
      </p:grp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76A711E-6DD1-7EB6-D78E-23F2E27D1A08}"/>
              </a:ext>
            </a:extLst>
          </p:cNvPr>
          <p:cNvSpPr>
            <a:spLocks/>
          </p:cNvSpPr>
          <p:nvPr/>
        </p:nvSpPr>
        <p:spPr>
          <a:xfrm>
            <a:off x="10605130" y="4123068"/>
            <a:ext cx="1096509" cy="848255"/>
          </a:xfrm>
          <a:prstGeom prst="roundRect">
            <a:avLst>
              <a:gd name="adj" fmla="val 10235"/>
            </a:avLst>
          </a:prstGeom>
          <a:solidFill>
            <a:schemeClr val="tx2"/>
          </a:solidFill>
          <a:ln>
            <a:noFill/>
          </a:ln>
          <a:effectLst>
            <a:outerShdw blurRad="304800" dist="889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Ins="91440" rtlCol="0" anchor="ctr"/>
          <a:lstStyle/>
          <a:p>
            <a:pPr algn="ctr">
              <a:lnSpc>
                <a:spcPct val="80000"/>
              </a:lnSpc>
            </a:pPr>
            <a:r>
              <a:rPr lang="en-US" sz="1400" b="1" dirty="0">
                <a:solidFill>
                  <a:schemeClr val="bg1"/>
                </a:solidFill>
                <a:cs typeface="Arial" panose="020B0604020202020204" pitchFamily="34" charset="0"/>
              </a:rPr>
              <a:t>Product Pitches</a:t>
            </a:r>
          </a:p>
        </p:txBody>
      </p: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DE14CC14-F116-E2D5-3E41-E8F839542DB2}"/>
              </a:ext>
            </a:extLst>
          </p:cNvPr>
          <p:cNvSpPr/>
          <p:nvPr/>
        </p:nvSpPr>
        <p:spPr>
          <a:xfrm rot="644026">
            <a:off x="11542704" y="4513338"/>
            <a:ext cx="317868" cy="317868"/>
          </a:xfrm>
          <a:prstGeom prst="star5">
            <a:avLst>
              <a:gd name="adj" fmla="val 26879"/>
              <a:gd name="hf" fmla="val 105146"/>
              <a:gd name="vf" fmla="val 110557"/>
            </a:avLst>
          </a:prstGeom>
          <a:gradFill>
            <a:gsLst>
              <a:gs pos="100000">
                <a:schemeClr val="accent6"/>
              </a:gs>
              <a:gs pos="0">
                <a:schemeClr val="accent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i="1">
              <a:solidFill>
                <a:schemeClr val="tx2"/>
              </a:solidFill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4F7AF24-6982-1625-40A7-365BF981D5B2}"/>
              </a:ext>
            </a:extLst>
          </p:cNvPr>
          <p:cNvGrpSpPr/>
          <p:nvPr/>
        </p:nvGrpSpPr>
        <p:grpSpPr>
          <a:xfrm>
            <a:off x="453684" y="3371029"/>
            <a:ext cx="4478285" cy="681093"/>
            <a:chOff x="453684" y="3371029"/>
            <a:chExt cx="4478285" cy="68109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DA7F29-3FD2-DE3D-172F-797CC1741F2C}"/>
                </a:ext>
              </a:extLst>
            </p:cNvPr>
            <p:cNvSpPr txBox="1"/>
            <p:nvPr/>
          </p:nvSpPr>
          <p:spPr>
            <a:xfrm>
              <a:off x="1074497" y="3371029"/>
              <a:ext cx="3238700" cy="3847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Part I: </a:t>
              </a:r>
            </a:p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Machine Learning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C1EAABB-10C0-2C85-188B-7112C31546BF}"/>
                </a:ext>
              </a:extLst>
            </p:cNvPr>
            <p:cNvGrpSpPr/>
            <p:nvPr/>
          </p:nvGrpSpPr>
          <p:grpSpPr>
            <a:xfrm>
              <a:off x="453684" y="3826697"/>
              <a:ext cx="4478285" cy="225425"/>
              <a:chOff x="5586249" y="5118410"/>
              <a:chExt cx="1126273" cy="602166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5F84F76-31BF-3D2B-853A-3258A824E586}"/>
                  </a:ext>
                </a:extLst>
              </p:cNvPr>
              <p:cNvCxnSpPr/>
              <p:nvPr/>
            </p:nvCxnSpPr>
            <p:spPr>
              <a:xfrm>
                <a:off x="5586249" y="5419493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356FF00-6746-F139-59C2-AA85C461D86B}"/>
                  </a:ext>
                </a:extLst>
              </p:cNvPr>
              <p:cNvCxnSpPr/>
              <p:nvPr/>
            </p:nvCxnSpPr>
            <p:spPr>
              <a:xfrm>
                <a:off x="6712522" y="5419493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AEC7637-977D-2F01-D745-2CE461E3FA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6249" y="5419494"/>
                <a:ext cx="1126273" cy="0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B9298198-7702-F4C7-F97F-D504119EAC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9641" y="5118410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8C9108E-E34A-7AA3-47E3-AC8874E73855}"/>
              </a:ext>
            </a:extLst>
          </p:cNvPr>
          <p:cNvGrpSpPr/>
          <p:nvPr/>
        </p:nvGrpSpPr>
        <p:grpSpPr>
          <a:xfrm>
            <a:off x="4965437" y="3371029"/>
            <a:ext cx="4480318" cy="681093"/>
            <a:chOff x="4965437" y="3371029"/>
            <a:chExt cx="4480318" cy="68109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76F6662-52C6-B353-332B-FFBFFBE5BB1A}"/>
                </a:ext>
              </a:extLst>
            </p:cNvPr>
            <p:cNvSpPr txBox="1"/>
            <p:nvPr/>
          </p:nvSpPr>
          <p:spPr>
            <a:xfrm>
              <a:off x="5586249" y="3371029"/>
              <a:ext cx="3238699" cy="3847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Part II:</a:t>
              </a:r>
            </a:p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Deep Learning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45F1D46F-224B-68DA-385A-719FDB561B72}"/>
                </a:ext>
              </a:extLst>
            </p:cNvPr>
            <p:cNvGrpSpPr/>
            <p:nvPr/>
          </p:nvGrpSpPr>
          <p:grpSpPr>
            <a:xfrm>
              <a:off x="4965437" y="3826697"/>
              <a:ext cx="4480318" cy="225425"/>
              <a:chOff x="5586249" y="5118410"/>
              <a:chExt cx="1126785" cy="602166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9F52C3F-F96D-0E36-6201-2BB66E2E01A4}"/>
                  </a:ext>
                </a:extLst>
              </p:cNvPr>
              <p:cNvCxnSpPr/>
              <p:nvPr/>
            </p:nvCxnSpPr>
            <p:spPr>
              <a:xfrm>
                <a:off x="5586249" y="5419493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C210809-E7CD-4489-5FD6-97676AF80C62}"/>
                  </a:ext>
                </a:extLst>
              </p:cNvPr>
              <p:cNvCxnSpPr/>
              <p:nvPr/>
            </p:nvCxnSpPr>
            <p:spPr>
              <a:xfrm>
                <a:off x="6712522" y="5419493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B55CC1A-D07C-A084-A267-C57E514E70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6249" y="5419493"/>
                <a:ext cx="1126785" cy="0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E66E1442-F158-3732-6D8B-1B91F6945E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9641" y="5118410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7811DBE-29A0-6479-BFB8-72F2A5523DDF}"/>
              </a:ext>
            </a:extLst>
          </p:cNvPr>
          <p:cNvGrpSpPr/>
          <p:nvPr/>
        </p:nvGrpSpPr>
        <p:grpSpPr>
          <a:xfrm>
            <a:off x="9477189" y="3371028"/>
            <a:ext cx="2224450" cy="681094"/>
            <a:chOff x="9477189" y="3371028"/>
            <a:chExt cx="2224450" cy="68109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54FDD29-CB10-2E32-8798-B599EF5BB438}"/>
                </a:ext>
              </a:extLst>
            </p:cNvPr>
            <p:cNvSpPr txBox="1"/>
            <p:nvPr/>
          </p:nvSpPr>
          <p:spPr>
            <a:xfrm>
              <a:off x="9491599" y="3371028"/>
              <a:ext cx="2195630" cy="3847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Part III:</a:t>
              </a:r>
            </a:p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Micro-App Development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9F6108A-4143-21DD-11F7-74F161203C0D}"/>
                </a:ext>
              </a:extLst>
            </p:cNvPr>
            <p:cNvGrpSpPr/>
            <p:nvPr/>
          </p:nvGrpSpPr>
          <p:grpSpPr>
            <a:xfrm>
              <a:off x="9477189" y="3826697"/>
              <a:ext cx="2224450" cy="225425"/>
              <a:chOff x="5586249" y="5118410"/>
              <a:chExt cx="1126785" cy="602166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784D4AA-112C-99DF-37BA-2A52F428CA44}"/>
                  </a:ext>
                </a:extLst>
              </p:cNvPr>
              <p:cNvCxnSpPr/>
              <p:nvPr/>
            </p:nvCxnSpPr>
            <p:spPr>
              <a:xfrm>
                <a:off x="5586249" y="5419493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427A8178-0CEA-0FE2-B08F-A4501E5F82BE}"/>
                  </a:ext>
                </a:extLst>
              </p:cNvPr>
              <p:cNvCxnSpPr/>
              <p:nvPr/>
            </p:nvCxnSpPr>
            <p:spPr>
              <a:xfrm>
                <a:off x="6712522" y="5419493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C52F3438-8D23-EF53-1626-80C0B951DF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6249" y="5419493"/>
                <a:ext cx="1126785" cy="0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0660AA8-DC27-CF20-CC7E-3ED8A61A4F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9641" y="5118410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1" name="Graphic 80">
            <a:extLst>
              <a:ext uri="{FF2B5EF4-FFF2-40B4-BE49-F238E27FC236}">
                <a16:creationId xmlns:a16="http://schemas.microsoft.com/office/drawing/2014/main" id="{31ABB1C1-DCC5-D31B-30C8-F1A16BF59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375" y="6409871"/>
            <a:ext cx="1614488" cy="308972"/>
          </a:xfrm>
          <a:prstGeom prst="rect">
            <a:avLst/>
          </a:prstGeom>
        </p:spPr>
      </p:pic>
      <p:sp>
        <p:nvSpPr>
          <p:cNvPr id="31" name="Rectangle: Top Corners Rounded 56">
            <a:extLst>
              <a:ext uri="{FF2B5EF4-FFF2-40B4-BE49-F238E27FC236}">
                <a16:creationId xmlns:a16="http://schemas.microsoft.com/office/drawing/2014/main" id="{2F4027FE-9AB0-96B0-0A66-D82CD0B7EDA0}"/>
              </a:ext>
            </a:extLst>
          </p:cNvPr>
          <p:cNvSpPr>
            <a:spLocks/>
          </p:cNvSpPr>
          <p:nvPr/>
        </p:nvSpPr>
        <p:spPr>
          <a:xfrm>
            <a:off x="10605130" y="4123068"/>
            <a:ext cx="1096509" cy="250153"/>
          </a:xfrm>
          <a:prstGeom prst="round2SameRect">
            <a:avLst>
              <a:gd name="adj1" fmla="val 34706"/>
              <a:gd name="adj2" fmla="val 0"/>
            </a:avLst>
          </a:prstGeom>
          <a:gradFill>
            <a:gsLst>
              <a:gs pos="100000">
                <a:schemeClr val="accent6"/>
              </a:gs>
              <a:gs pos="0">
                <a:schemeClr val="accent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chemeClr val="tx2"/>
                </a:solidFill>
              </a:rPr>
              <a:t>Week 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6BCB360-3188-0DFE-9E2E-E1B20C24B288}"/>
              </a:ext>
            </a:extLst>
          </p:cNvPr>
          <p:cNvGrpSpPr/>
          <p:nvPr/>
        </p:nvGrpSpPr>
        <p:grpSpPr>
          <a:xfrm>
            <a:off x="9420461" y="5379827"/>
            <a:ext cx="1636171" cy="551435"/>
            <a:chOff x="191589" y="5220632"/>
            <a:chExt cx="1781391" cy="600378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7FAFE5B7-5B92-1827-B60F-E01107FCF88F}"/>
                </a:ext>
              </a:extLst>
            </p:cNvPr>
            <p:cNvGrpSpPr/>
            <p:nvPr/>
          </p:nvGrpSpPr>
          <p:grpSpPr>
            <a:xfrm>
              <a:off x="786791" y="5220632"/>
              <a:ext cx="1186189" cy="600378"/>
              <a:chOff x="-1955103" y="5082772"/>
              <a:chExt cx="1749427" cy="885456"/>
            </a:xfrm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1AE85D5B-4071-F35C-2616-553B2B542E54}"/>
                  </a:ext>
                </a:extLst>
              </p:cNvPr>
              <p:cNvSpPr/>
              <p:nvPr/>
            </p:nvSpPr>
            <p:spPr>
              <a:xfrm>
                <a:off x="-430326" y="5680131"/>
                <a:ext cx="76635" cy="108912"/>
              </a:xfrm>
              <a:custGeom>
                <a:avLst/>
                <a:gdLst>
                  <a:gd name="connsiteX0" fmla="*/ 76635 w 76635"/>
                  <a:gd name="connsiteY0" fmla="*/ 54456 h 108912"/>
                  <a:gd name="connsiteX1" fmla="*/ 38318 w 76635"/>
                  <a:gd name="connsiteY1" fmla="*/ 108913 h 108912"/>
                  <a:gd name="connsiteX2" fmla="*/ 0 w 76635"/>
                  <a:gd name="connsiteY2" fmla="*/ 54456 h 108912"/>
                  <a:gd name="connsiteX3" fmla="*/ 38318 w 76635"/>
                  <a:gd name="connsiteY3" fmla="*/ 0 h 108912"/>
                  <a:gd name="connsiteX4" fmla="*/ 76635 w 76635"/>
                  <a:gd name="connsiteY4" fmla="*/ 54456 h 108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635" h="108912">
                    <a:moveTo>
                      <a:pt x="76635" y="54456"/>
                    </a:moveTo>
                    <a:cubicBezTo>
                      <a:pt x="76635" y="84532"/>
                      <a:pt x="59480" y="108913"/>
                      <a:pt x="38318" y="108913"/>
                    </a:cubicBezTo>
                    <a:cubicBezTo>
                      <a:pt x="17155" y="108913"/>
                      <a:pt x="0" y="84532"/>
                      <a:pt x="0" y="54456"/>
                    </a:cubicBezTo>
                    <a:cubicBezTo>
                      <a:pt x="0" y="24381"/>
                      <a:pt x="17155" y="0"/>
                      <a:pt x="38318" y="0"/>
                    </a:cubicBezTo>
                    <a:cubicBezTo>
                      <a:pt x="59480" y="0"/>
                      <a:pt x="76635" y="24381"/>
                      <a:pt x="76635" y="54456"/>
                    </a:cubicBezTo>
                    <a:close/>
                  </a:path>
                </a:pathLst>
              </a:custGeom>
              <a:solidFill>
                <a:srgbClr val="0E2841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294707D6-D999-6DA7-164A-9032E3A6FEB9}"/>
                  </a:ext>
                </a:extLst>
              </p:cNvPr>
              <p:cNvSpPr/>
              <p:nvPr/>
            </p:nvSpPr>
            <p:spPr>
              <a:xfrm>
                <a:off x="-1829822" y="5680131"/>
                <a:ext cx="76635" cy="108912"/>
              </a:xfrm>
              <a:custGeom>
                <a:avLst/>
                <a:gdLst>
                  <a:gd name="connsiteX0" fmla="*/ 76635 w 76635"/>
                  <a:gd name="connsiteY0" fmla="*/ 54456 h 108912"/>
                  <a:gd name="connsiteX1" fmla="*/ 38318 w 76635"/>
                  <a:gd name="connsiteY1" fmla="*/ 108913 h 108912"/>
                  <a:gd name="connsiteX2" fmla="*/ 0 w 76635"/>
                  <a:gd name="connsiteY2" fmla="*/ 54456 h 108912"/>
                  <a:gd name="connsiteX3" fmla="*/ 38318 w 76635"/>
                  <a:gd name="connsiteY3" fmla="*/ 0 h 108912"/>
                  <a:gd name="connsiteX4" fmla="*/ 76635 w 76635"/>
                  <a:gd name="connsiteY4" fmla="*/ 54456 h 108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635" h="108912">
                    <a:moveTo>
                      <a:pt x="76635" y="54456"/>
                    </a:moveTo>
                    <a:cubicBezTo>
                      <a:pt x="76635" y="84532"/>
                      <a:pt x="59480" y="108913"/>
                      <a:pt x="38318" y="108913"/>
                    </a:cubicBezTo>
                    <a:cubicBezTo>
                      <a:pt x="17155" y="108913"/>
                      <a:pt x="0" y="84532"/>
                      <a:pt x="0" y="54456"/>
                    </a:cubicBezTo>
                    <a:cubicBezTo>
                      <a:pt x="0" y="24381"/>
                      <a:pt x="17155" y="0"/>
                      <a:pt x="38318" y="0"/>
                    </a:cubicBezTo>
                    <a:cubicBezTo>
                      <a:pt x="59480" y="0"/>
                      <a:pt x="76635" y="24381"/>
                      <a:pt x="76635" y="54456"/>
                    </a:cubicBezTo>
                    <a:close/>
                  </a:path>
                </a:pathLst>
              </a:custGeom>
              <a:solidFill>
                <a:srgbClr val="0E2841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92" name="Graphic 87">
                <a:extLst>
                  <a:ext uri="{FF2B5EF4-FFF2-40B4-BE49-F238E27FC236}">
                    <a16:creationId xmlns:a16="http://schemas.microsoft.com/office/drawing/2014/main" id="{C2E966FA-E34A-ADB7-9769-406B4BA85A22}"/>
                  </a:ext>
                </a:extLst>
              </p:cNvPr>
              <p:cNvGrpSpPr/>
              <p:nvPr/>
            </p:nvGrpSpPr>
            <p:grpSpPr>
              <a:xfrm>
                <a:off x="-1317950" y="5082772"/>
                <a:ext cx="289757" cy="118319"/>
                <a:chOff x="-1317950" y="5082772"/>
                <a:chExt cx="289757" cy="118319"/>
              </a:xfrm>
              <a:noFill/>
            </p:grpSpPr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EAED5680-6024-CC12-C3F4-E3232231FD1F}"/>
                    </a:ext>
                  </a:extLst>
                </p:cNvPr>
                <p:cNvSpPr/>
                <p:nvPr/>
              </p:nvSpPr>
              <p:spPr>
                <a:xfrm>
                  <a:off x="-1317950" y="5082772"/>
                  <a:ext cx="289757" cy="92866"/>
                </a:xfrm>
                <a:custGeom>
                  <a:avLst/>
                  <a:gdLst>
                    <a:gd name="connsiteX0" fmla="*/ 289758 w 289757"/>
                    <a:gd name="connsiteY0" fmla="*/ 83967 h 92866"/>
                    <a:gd name="connsiteX1" fmla="*/ 147184 w 289757"/>
                    <a:gd name="connsiteY1" fmla="*/ 0 h 92866"/>
                    <a:gd name="connsiteX2" fmla="*/ 0 w 289757"/>
                    <a:gd name="connsiteY2" fmla="*/ 92866 h 92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9757" h="92866">
                      <a:moveTo>
                        <a:pt x="289758" y="83967"/>
                      </a:moveTo>
                      <a:cubicBezTo>
                        <a:pt x="260939" y="32185"/>
                        <a:pt x="206298" y="0"/>
                        <a:pt x="147184" y="0"/>
                      </a:cubicBezTo>
                      <a:cubicBezTo>
                        <a:pt x="84751" y="0"/>
                        <a:pt x="26975" y="36427"/>
                        <a:pt x="0" y="92866"/>
                      </a:cubicBezTo>
                    </a:path>
                  </a:pathLst>
                </a:custGeom>
                <a:noFill/>
                <a:ln w="18403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83E198AE-2325-FCAE-3653-0FF99B5A6C17}"/>
                    </a:ext>
                  </a:extLst>
                </p:cNvPr>
                <p:cNvSpPr/>
                <p:nvPr/>
              </p:nvSpPr>
              <p:spPr>
                <a:xfrm>
                  <a:off x="-1264693" y="5141793"/>
                  <a:ext cx="184948" cy="59297"/>
                </a:xfrm>
                <a:custGeom>
                  <a:avLst/>
                  <a:gdLst>
                    <a:gd name="connsiteX0" fmla="*/ 184949 w 184948"/>
                    <a:gd name="connsiteY0" fmla="*/ 53626 h 59297"/>
                    <a:gd name="connsiteX1" fmla="*/ 93927 w 184948"/>
                    <a:gd name="connsiteY1" fmla="*/ 0 h 59297"/>
                    <a:gd name="connsiteX2" fmla="*/ 0 w 184948"/>
                    <a:gd name="connsiteY2" fmla="*/ 59298 h 592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4948" h="59297">
                      <a:moveTo>
                        <a:pt x="184949" y="53626"/>
                      </a:moveTo>
                      <a:cubicBezTo>
                        <a:pt x="167150" y="21672"/>
                        <a:pt x="133028" y="0"/>
                        <a:pt x="93927" y="0"/>
                      </a:cubicBezTo>
                      <a:cubicBezTo>
                        <a:pt x="52566" y="0"/>
                        <a:pt x="16738" y="24254"/>
                        <a:pt x="0" y="59298"/>
                      </a:cubicBezTo>
                    </a:path>
                  </a:pathLst>
                </a:custGeom>
                <a:noFill/>
                <a:ln w="18403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aphic 87">
                <a:extLst>
                  <a:ext uri="{FF2B5EF4-FFF2-40B4-BE49-F238E27FC236}">
                    <a16:creationId xmlns:a16="http://schemas.microsoft.com/office/drawing/2014/main" id="{79C750BB-C500-ABE7-867A-CBC8358D01F7}"/>
                  </a:ext>
                </a:extLst>
              </p:cNvPr>
              <p:cNvGrpSpPr/>
              <p:nvPr/>
            </p:nvGrpSpPr>
            <p:grpSpPr>
              <a:xfrm>
                <a:off x="-1955103" y="5589755"/>
                <a:ext cx="118319" cy="289757"/>
                <a:chOff x="-1955103" y="5589755"/>
                <a:chExt cx="118319" cy="289757"/>
              </a:xfrm>
              <a:noFill/>
            </p:grpSpPr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E6D50C63-BB90-A4CC-C8FE-08C41210B4BF}"/>
                    </a:ext>
                  </a:extLst>
                </p:cNvPr>
                <p:cNvSpPr/>
                <p:nvPr/>
              </p:nvSpPr>
              <p:spPr>
                <a:xfrm>
                  <a:off x="-1955103" y="5589755"/>
                  <a:ext cx="92866" cy="289757"/>
                </a:xfrm>
                <a:custGeom>
                  <a:avLst/>
                  <a:gdLst>
                    <a:gd name="connsiteX0" fmla="*/ 83967 w 92866"/>
                    <a:gd name="connsiteY0" fmla="*/ 0 h 289757"/>
                    <a:gd name="connsiteX1" fmla="*/ 0 w 92866"/>
                    <a:gd name="connsiteY1" fmla="*/ 142573 h 289757"/>
                    <a:gd name="connsiteX2" fmla="*/ 92866 w 92866"/>
                    <a:gd name="connsiteY2" fmla="*/ 289758 h 2897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866" h="289757">
                      <a:moveTo>
                        <a:pt x="83967" y="0"/>
                      </a:moveTo>
                      <a:cubicBezTo>
                        <a:pt x="32185" y="28819"/>
                        <a:pt x="0" y="83460"/>
                        <a:pt x="0" y="142573"/>
                      </a:cubicBezTo>
                      <a:cubicBezTo>
                        <a:pt x="0" y="205007"/>
                        <a:pt x="36427" y="262783"/>
                        <a:pt x="92866" y="289758"/>
                      </a:cubicBezTo>
                    </a:path>
                  </a:pathLst>
                </a:custGeom>
                <a:noFill/>
                <a:ln w="18403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029844F3-6521-C0C8-B72B-240B33D7BD04}"/>
                    </a:ext>
                  </a:extLst>
                </p:cNvPr>
                <p:cNvSpPr/>
                <p:nvPr/>
              </p:nvSpPr>
              <p:spPr>
                <a:xfrm>
                  <a:off x="-1896082" y="5641306"/>
                  <a:ext cx="59297" cy="184994"/>
                </a:xfrm>
                <a:custGeom>
                  <a:avLst/>
                  <a:gdLst>
                    <a:gd name="connsiteX0" fmla="*/ 53626 w 59297"/>
                    <a:gd name="connsiteY0" fmla="*/ 0 h 184994"/>
                    <a:gd name="connsiteX1" fmla="*/ 0 w 59297"/>
                    <a:gd name="connsiteY1" fmla="*/ 91022 h 184994"/>
                    <a:gd name="connsiteX2" fmla="*/ 59298 w 59297"/>
                    <a:gd name="connsiteY2" fmla="*/ 184995 h 184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9297" h="184994">
                      <a:moveTo>
                        <a:pt x="53626" y="0"/>
                      </a:moveTo>
                      <a:cubicBezTo>
                        <a:pt x="21672" y="17799"/>
                        <a:pt x="0" y="51920"/>
                        <a:pt x="0" y="91022"/>
                      </a:cubicBezTo>
                      <a:cubicBezTo>
                        <a:pt x="0" y="132383"/>
                        <a:pt x="24254" y="168211"/>
                        <a:pt x="59298" y="184995"/>
                      </a:cubicBezTo>
                    </a:path>
                  </a:pathLst>
                </a:custGeom>
                <a:noFill/>
                <a:ln w="18403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" name="Graphic 87">
                <a:extLst>
                  <a:ext uri="{FF2B5EF4-FFF2-40B4-BE49-F238E27FC236}">
                    <a16:creationId xmlns:a16="http://schemas.microsoft.com/office/drawing/2014/main" id="{F27DCA2A-D97D-70F4-1563-BD9F1FB186C3}"/>
                  </a:ext>
                </a:extLst>
              </p:cNvPr>
              <p:cNvGrpSpPr/>
              <p:nvPr/>
            </p:nvGrpSpPr>
            <p:grpSpPr>
              <a:xfrm>
                <a:off x="-323995" y="5586251"/>
                <a:ext cx="118319" cy="289757"/>
                <a:chOff x="-323995" y="5586251"/>
                <a:chExt cx="118319" cy="289757"/>
              </a:xfrm>
              <a:noFill/>
            </p:grpSpPr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5B4DF0C9-9229-5858-6D0A-4B662BB1FD75}"/>
                    </a:ext>
                  </a:extLst>
                </p:cNvPr>
                <p:cNvSpPr/>
                <p:nvPr/>
              </p:nvSpPr>
              <p:spPr>
                <a:xfrm>
                  <a:off x="-298542" y="5586251"/>
                  <a:ext cx="92866" cy="289757"/>
                </a:xfrm>
                <a:custGeom>
                  <a:avLst/>
                  <a:gdLst>
                    <a:gd name="connsiteX0" fmla="*/ 8899 w 92866"/>
                    <a:gd name="connsiteY0" fmla="*/ 0 h 289757"/>
                    <a:gd name="connsiteX1" fmla="*/ 92866 w 92866"/>
                    <a:gd name="connsiteY1" fmla="*/ 142573 h 289757"/>
                    <a:gd name="connsiteX2" fmla="*/ 0 w 92866"/>
                    <a:gd name="connsiteY2" fmla="*/ 289758 h 2897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866" h="289757">
                      <a:moveTo>
                        <a:pt x="8899" y="0"/>
                      </a:moveTo>
                      <a:cubicBezTo>
                        <a:pt x="60681" y="28819"/>
                        <a:pt x="92866" y="83460"/>
                        <a:pt x="92866" y="142573"/>
                      </a:cubicBezTo>
                      <a:cubicBezTo>
                        <a:pt x="92866" y="205007"/>
                        <a:pt x="56439" y="262783"/>
                        <a:pt x="0" y="289758"/>
                      </a:cubicBezTo>
                    </a:path>
                  </a:pathLst>
                </a:custGeom>
                <a:noFill/>
                <a:ln w="18403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8F3F0174-4D90-1816-2200-210D3437273A}"/>
                    </a:ext>
                  </a:extLst>
                </p:cNvPr>
                <p:cNvSpPr/>
                <p:nvPr/>
              </p:nvSpPr>
              <p:spPr>
                <a:xfrm>
                  <a:off x="-323995" y="5637802"/>
                  <a:ext cx="59298" cy="184948"/>
                </a:xfrm>
                <a:custGeom>
                  <a:avLst/>
                  <a:gdLst>
                    <a:gd name="connsiteX0" fmla="*/ 5672 w 59298"/>
                    <a:gd name="connsiteY0" fmla="*/ 0 h 184948"/>
                    <a:gd name="connsiteX1" fmla="*/ 59298 w 59298"/>
                    <a:gd name="connsiteY1" fmla="*/ 91022 h 184948"/>
                    <a:gd name="connsiteX2" fmla="*/ 0 w 59298"/>
                    <a:gd name="connsiteY2" fmla="*/ 184949 h 184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9298" h="184948">
                      <a:moveTo>
                        <a:pt x="5672" y="0"/>
                      </a:moveTo>
                      <a:cubicBezTo>
                        <a:pt x="37626" y="17799"/>
                        <a:pt x="59298" y="51920"/>
                        <a:pt x="59298" y="91022"/>
                      </a:cubicBezTo>
                      <a:cubicBezTo>
                        <a:pt x="59298" y="132383"/>
                        <a:pt x="35044" y="168211"/>
                        <a:pt x="0" y="184949"/>
                      </a:cubicBezTo>
                    </a:path>
                  </a:pathLst>
                </a:custGeom>
                <a:noFill/>
                <a:ln w="18403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08EC3EAC-184F-4027-52B3-A0C4876DB8B2}"/>
                  </a:ext>
                </a:extLst>
              </p:cNvPr>
              <p:cNvSpPr/>
              <p:nvPr/>
            </p:nvSpPr>
            <p:spPr>
              <a:xfrm>
                <a:off x="-1203274" y="5200860"/>
                <a:ext cx="63678" cy="63632"/>
              </a:xfrm>
              <a:custGeom>
                <a:avLst/>
                <a:gdLst>
                  <a:gd name="connsiteX0" fmla="*/ 0 w 63678"/>
                  <a:gd name="connsiteY0" fmla="*/ 31816 h 63632"/>
                  <a:gd name="connsiteX1" fmla="*/ 31862 w 63678"/>
                  <a:gd name="connsiteY1" fmla="*/ 63632 h 63632"/>
                  <a:gd name="connsiteX2" fmla="*/ 63678 w 63678"/>
                  <a:gd name="connsiteY2" fmla="*/ 31816 h 63632"/>
                  <a:gd name="connsiteX3" fmla="*/ 31862 w 63678"/>
                  <a:gd name="connsiteY3" fmla="*/ 0 h 63632"/>
                  <a:gd name="connsiteX4" fmla="*/ 0 w 63678"/>
                  <a:gd name="connsiteY4" fmla="*/ 31816 h 63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678" h="63632">
                    <a:moveTo>
                      <a:pt x="0" y="31816"/>
                    </a:moveTo>
                    <a:cubicBezTo>
                      <a:pt x="0" y="49384"/>
                      <a:pt x="14248" y="63632"/>
                      <a:pt x="31862" y="63632"/>
                    </a:cubicBezTo>
                    <a:cubicBezTo>
                      <a:pt x="49476" y="63632"/>
                      <a:pt x="63678" y="49384"/>
                      <a:pt x="63678" y="31816"/>
                    </a:cubicBezTo>
                    <a:cubicBezTo>
                      <a:pt x="63678" y="14248"/>
                      <a:pt x="49430" y="0"/>
                      <a:pt x="31862" y="0"/>
                    </a:cubicBezTo>
                    <a:cubicBezTo>
                      <a:pt x="14294" y="0"/>
                      <a:pt x="0" y="14248"/>
                      <a:pt x="0" y="31816"/>
                    </a:cubicBezTo>
                    <a:close/>
                  </a:path>
                </a:pathLst>
              </a:custGeom>
              <a:solidFill>
                <a:schemeClr val="tx2"/>
              </a:solidFill>
              <a:ln w="460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0074232E-CABA-1E68-73E8-3D443E1FE660}"/>
                  </a:ext>
                </a:extLst>
              </p:cNvPr>
              <p:cNvSpPr/>
              <p:nvPr/>
            </p:nvSpPr>
            <p:spPr>
              <a:xfrm>
                <a:off x="-1773047" y="5627790"/>
                <a:ext cx="368872" cy="262927"/>
              </a:xfrm>
              <a:custGeom>
                <a:avLst/>
                <a:gdLst>
                  <a:gd name="connsiteX0" fmla="*/ 12898 w 368872"/>
                  <a:gd name="connsiteY0" fmla="*/ 259054 h 262927"/>
                  <a:gd name="connsiteX1" fmla="*/ 24795 w 368872"/>
                  <a:gd name="connsiteY1" fmla="*/ 259931 h 262927"/>
                  <a:gd name="connsiteX2" fmla="*/ 363844 w 368872"/>
                  <a:gd name="connsiteY2" fmla="*/ 262836 h 262927"/>
                  <a:gd name="connsiteX3" fmla="*/ 368824 w 368872"/>
                  <a:gd name="connsiteY3" fmla="*/ 262928 h 262927"/>
                  <a:gd name="connsiteX4" fmla="*/ 164509 w 368872"/>
                  <a:gd name="connsiteY4" fmla="*/ 329 h 262927"/>
                  <a:gd name="connsiteX5" fmla="*/ 12898 w 368872"/>
                  <a:gd name="connsiteY5" fmla="*/ 259054 h 262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872" h="262927">
                    <a:moveTo>
                      <a:pt x="12898" y="259054"/>
                    </a:moveTo>
                    <a:cubicBezTo>
                      <a:pt x="16633" y="259654"/>
                      <a:pt x="20552" y="259931"/>
                      <a:pt x="24795" y="259931"/>
                    </a:cubicBezTo>
                    <a:cubicBezTo>
                      <a:pt x="61268" y="259931"/>
                      <a:pt x="194388" y="261129"/>
                      <a:pt x="363844" y="262836"/>
                    </a:cubicBezTo>
                    <a:cubicBezTo>
                      <a:pt x="365504" y="262836"/>
                      <a:pt x="367164" y="262836"/>
                      <a:pt x="368824" y="262928"/>
                    </a:cubicBezTo>
                    <a:cubicBezTo>
                      <a:pt x="369838" y="193347"/>
                      <a:pt x="356466" y="-9262"/>
                      <a:pt x="164509" y="329"/>
                    </a:cubicBezTo>
                    <a:cubicBezTo>
                      <a:pt x="-3794" y="8721"/>
                      <a:pt x="-17673" y="178776"/>
                      <a:pt x="12898" y="259054"/>
                    </a:cubicBezTo>
                    <a:close/>
                  </a:path>
                </a:pathLst>
              </a:custGeom>
              <a:solidFill>
                <a:schemeClr val="tx2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6336C1A3-F6C0-3CA2-BBC2-65688D11F280}"/>
                  </a:ext>
                </a:extLst>
              </p:cNvPr>
              <p:cNvSpPr/>
              <p:nvPr/>
            </p:nvSpPr>
            <p:spPr>
              <a:xfrm>
                <a:off x="-806766" y="5627746"/>
                <a:ext cx="368841" cy="273346"/>
              </a:xfrm>
              <a:custGeom>
                <a:avLst/>
                <a:gdLst>
                  <a:gd name="connsiteX0" fmla="*/ 17425 w 368841"/>
                  <a:gd name="connsiteY0" fmla="*/ 269473 h 273346"/>
                  <a:gd name="connsiteX1" fmla="*/ 368509 w 368841"/>
                  <a:gd name="connsiteY1" fmla="*/ 273347 h 273346"/>
                  <a:gd name="connsiteX2" fmla="*/ 164471 w 368841"/>
                  <a:gd name="connsiteY2" fmla="*/ 327 h 273346"/>
                  <a:gd name="connsiteX3" fmla="*/ 17379 w 368841"/>
                  <a:gd name="connsiteY3" fmla="*/ 269427 h 273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8841" h="273346">
                    <a:moveTo>
                      <a:pt x="17425" y="269473"/>
                    </a:moveTo>
                    <a:cubicBezTo>
                      <a:pt x="173693" y="271226"/>
                      <a:pt x="305061" y="272655"/>
                      <a:pt x="368509" y="273347"/>
                    </a:cubicBezTo>
                    <a:cubicBezTo>
                      <a:pt x="370769" y="216815"/>
                      <a:pt x="367264" y="-9771"/>
                      <a:pt x="164471" y="327"/>
                    </a:cubicBezTo>
                    <a:cubicBezTo>
                      <a:pt x="-11486" y="9134"/>
                      <a:pt x="-18634" y="194590"/>
                      <a:pt x="17379" y="269427"/>
                    </a:cubicBezTo>
                    <a:close/>
                  </a:path>
                </a:pathLst>
              </a:custGeom>
              <a:solidFill>
                <a:schemeClr val="tx2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F04570F6-614F-1BDB-7275-A7003BE7457A}"/>
                  </a:ext>
                </a:extLst>
              </p:cNvPr>
              <p:cNvSpPr/>
              <p:nvPr/>
            </p:nvSpPr>
            <p:spPr>
              <a:xfrm>
                <a:off x="-1808559" y="5232722"/>
                <a:ext cx="1444776" cy="668923"/>
              </a:xfrm>
              <a:custGeom>
                <a:avLst/>
                <a:gdLst>
                  <a:gd name="connsiteX0" fmla="*/ 48410 w 1444776"/>
                  <a:gd name="connsiteY0" fmla="*/ 654168 h 668923"/>
                  <a:gd name="connsiteX1" fmla="*/ 200021 w 1444776"/>
                  <a:gd name="connsiteY1" fmla="*/ 395397 h 668923"/>
                  <a:gd name="connsiteX2" fmla="*/ 404290 w 1444776"/>
                  <a:gd name="connsiteY2" fmla="*/ 657995 h 668923"/>
                  <a:gd name="connsiteX3" fmla="*/ 1019217 w 1444776"/>
                  <a:gd name="connsiteY3" fmla="*/ 664543 h 668923"/>
                  <a:gd name="connsiteX4" fmla="*/ 1166310 w 1444776"/>
                  <a:gd name="connsiteY4" fmla="*/ 395397 h 668923"/>
                  <a:gd name="connsiteX5" fmla="*/ 1370348 w 1444776"/>
                  <a:gd name="connsiteY5" fmla="*/ 668416 h 668923"/>
                  <a:gd name="connsiteX6" fmla="*/ 1411202 w 1444776"/>
                  <a:gd name="connsiteY6" fmla="*/ 668923 h 668923"/>
                  <a:gd name="connsiteX7" fmla="*/ 1444217 w 1444776"/>
                  <a:gd name="connsiteY7" fmla="*/ 599435 h 668923"/>
                  <a:gd name="connsiteX8" fmla="*/ 1365829 w 1444776"/>
                  <a:gd name="connsiteY8" fmla="*/ 364595 h 668923"/>
                  <a:gd name="connsiteX9" fmla="*/ 1365137 w 1444776"/>
                  <a:gd name="connsiteY9" fmla="*/ 363765 h 668923"/>
                  <a:gd name="connsiteX10" fmla="*/ 1364307 w 1444776"/>
                  <a:gd name="connsiteY10" fmla="*/ 362796 h 668923"/>
                  <a:gd name="connsiteX11" fmla="*/ 1211083 w 1444776"/>
                  <a:gd name="connsiteY11" fmla="*/ 233918 h 668923"/>
                  <a:gd name="connsiteX12" fmla="*/ 1208039 w 1444776"/>
                  <a:gd name="connsiteY12" fmla="*/ 231336 h 668923"/>
                  <a:gd name="connsiteX13" fmla="*/ 878581 w 1444776"/>
                  <a:gd name="connsiteY13" fmla="*/ 31355 h 668923"/>
                  <a:gd name="connsiteX14" fmla="*/ 851099 w 1444776"/>
                  <a:gd name="connsiteY14" fmla="*/ 23978 h 668923"/>
                  <a:gd name="connsiteX15" fmla="*/ 648951 w 1444776"/>
                  <a:gd name="connsiteY15" fmla="*/ 0 h 668923"/>
                  <a:gd name="connsiteX16" fmla="*/ 476729 w 1444776"/>
                  <a:gd name="connsiteY16" fmla="*/ 13280 h 668923"/>
                  <a:gd name="connsiteX17" fmla="*/ 363344 w 1444776"/>
                  <a:gd name="connsiteY17" fmla="*/ 44497 h 668923"/>
                  <a:gd name="connsiteX18" fmla="*/ 141507 w 1444776"/>
                  <a:gd name="connsiteY18" fmla="*/ 262506 h 668923"/>
                  <a:gd name="connsiteX19" fmla="*/ 116653 w 1444776"/>
                  <a:gd name="connsiteY19" fmla="*/ 270115 h 668923"/>
                  <a:gd name="connsiteX20" fmla="*/ 73125 w 1444776"/>
                  <a:gd name="connsiteY20" fmla="*/ 310415 h 668923"/>
                  <a:gd name="connsiteX21" fmla="*/ 46104 w 1444776"/>
                  <a:gd name="connsiteY21" fmla="*/ 378843 h 668923"/>
                  <a:gd name="connsiteX22" fmla="*/ 35499 w 1444776"/>
                  <a:gd name="connsiteY22" fmla="*/ 411720 h 668923"/>
                  <a:gd name="connsiteX23" fmla="*/ 48410 w 1444776"/>
                  <a:gd name="connsiteY23" fmla="*/ 654168 h 668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444776" h="668923">
                    <a:moveTo>
                      <a:pt x="48410" y="654168"/>
                    </a:moveTo>
                    <a:cubicBezTo>
                      <a:pt x="17839" y="573844"/>
                      <a:pt x="31718" y="403835"/>
                      <a:pt x="200021" y="395397"/>
                    </a:cubicBezTo>
                    <a:cubicBezTo>
                      <a:pt x="391932" y="385806"/>
                      <a:pt x="405304" y="588415"/>
                      <a:pt x="404290" y="657995"/>
                    </a:cubicBezTo>
                    <a:cubicBezTo>
                      <a:pt x="592835" y="659932"/>
                      <a:pt x="825231" y="662422"/>
                      <a:pt x="1019217" y="664543"/>
                    </a:cubicBezTo>
                    <a:cubicBezTo>
                      <a:pt x="983205" y="589706"/>
                      <a:pt x="990398" y="404204"/>
                      <a:pt x="1166310" y="395397"/>
                    </a:cubicBezTo>
                    <a:cubicBezTo>
                      <a:pt x="1369103" y="385298"/>
                      <a:pt x="1372607" y="611885"/>
                      <a:pt x="1370348" y="668416"/>
                    </a:cubicBezTo>
                    <a:cubicBezTo>
                      <a:pt x="1396585" y="668739"/>
                      <a:pt x="1411202" y="668923"/>
                      <a:pt x="1411202" y="668923"/>
                    </a:cubicBezTo>
                    <a:cubicBezTo>
                      <a:pt x="1411202" y="668923"/>
                      <a:pt x="1449842" y="658641"/>
                      <a:pt x="1444217" y="599435"/>
                    </a:cubicBezTo>
                    <a:cubicBezTo>
                      <a:pt x="1432735" y="478487"/>
                      <a:pt x="1404562" y="411950"/>
                      <a:pt x="1365829" y="364595"/>
                    </a:cubicBezTo>
                    <a:cubicBezTo>
                      <a:pt x="1365829" y="364595"/>
                      <a:pt x="1365599" y="364318"/>
                      <a:pt x="1365137" y="363765"/>
                    </a:cubicBezTo>
                    <a:cubicBezTo>
                      <a:pt x="1364907" y="363534"/>
                      <a:pt x="1364630" y="363212"/>
                      <a:pt x="1364307" y="362796"/>
                    </a:cubicBezTo>
                    <a:cubicBezTo>
                      <a:pt x="1322670" y="312628"/>
                      <a:pt x="1269090" y="284040"/>
                      <a:pt x="1211083" y="233918"/>
                    </a:cubicBezTo>
                    <a:cubicBezTo>
                      <a:pt x="1210068" y="233042"/>
                      <a:pt x="1209054" y="232212"/>
                      <a:pt x="1208039" y="231336"/>
                    </a:cubicBezTo>
                    <a:cubicBezTo>
                      <a:pt x="1195912" y="221053"/>
                      <a:pt x="1089536" y="92129"/>
                      <a:pt x="878581" y="31355"/>
                    </a:cubicBezTo>
                    <a:cubicBezTo>
                      <a:pt x="869635" y="28773"/>
                      <a:pt x="860459" y="26283"/>
                      <a:pt x="851099" y="23978"/>
                    </a:cubicBezTo>
                    <a:cubicBezTo>
                      <a:pt x="791478" y="9130"/>
                      <a:pt x="724203" y="-46"/>
                      <a:pt x="648951" y="0"/>
                    </a:cubicBezTo>
                    <a:cubicBezTo>
                      <a:pt x="583843" y="46"/>
                      <a:pt x="526989" y="4473"/>
                      <a:pt x="476729" y="13280"/>
                    </a:cubicBezTo>
                    <a:cubicBezTo>
                      <a:pt x="434630" y="20612"/>
                      <a:pt x="397189" y="31032"/>
                      <a:pt x="363344" y="44497"/>
                    </a:cubicBezTo>
                    <a:cubicBezTo>
                      <a:pt x="261901" y="84797"/>
                      <a:pt x="242166" y="222022"/>
                      <a:pt x="141507" y="262506"/>
                    </a:cubicBezTo>
                    <a:cubicBezTo>
                      <a:pt x="133760" y="265688"/>
                      <a:pt x="125460" y="268224"/>
                      <a:pt x="116653" y="270115"/>
                    </a:cubicBezTo>
                    <a:cubicBezTo>
                      <a:pt x="98393" y="274034"/>
                      <a:pt x="84883" y="288328"/>
                      <a:pt x="73125" y="310415"/>
                    </a:cubicBezTo>
                    <a:cubicBezTo>
                      <a:pt x="63442" y="328490"/>
                      <a:pt x="55004" y="351822"/>
                      <a:pt x="46104" y="378843"/>
                    </a:cubicBezTo>
                    <a:cubicBezTo>
                      <a:pt x="42646" y="389264"/>
                      <a:pt x="39142" y="400284"/>
                      <a:pt x="35499" y="411720"/>
                    </a:cubicBezTo>
                    <a:cubicBezTo>
                      <a:pt x="35499" y="411720"/>
                      <a:pt x="-52388" y="650617"/>
                      <a:pt x="48410" y="654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8F8C5EBA-6E22-FE8D-F107-0DFD0FDA990F}"/>
                  </a:ext>
                </a:extLst>
              </p:cNvPr>
              <p:cNvSpPr/>
              <p:nvPr/>
            </p:nvSpPr>
            <p:spPr>
              <a:xfrm>
                <a:off x="-772834" y="5683451"/>
                <a:ext cx="284777" cy="284777"/>
              </a:xfrm>
              <a:custGeom>
                <a:avLst/>
                <a:gdLst>
                  <a:gd name="connsiteX0" fmla="*/ 0 w 284777"/>
                  <a:gd name="connsiteY0" fmla="*/ 142389 h 284777"/>
                  <a:gd name="connsiteX1" fmla="*/ 142389 w 284777"/>
                  <a:gd name="connsiteY1" fmla="*/ 284778 h 284777"/>
                  <a:gd name="connsiteX2" fmla="*/ 284778 w 284777"/>
                  <a:gd name="connsiteY2" fmla="*/ 142389 h 284777"/>
                  <a:gd name="connsiteX3" fmla="*/ 284686 w 284777"/>
                  <a:gd name="connsiteY3" fmla="*/ 137824 h 284777"/>
                  <a:gd name="connsiteX4" fmla="*/ 142389 w 284777"/>
                  <a:gd name="connsiteY4" fmla="*/ 0 h 284777"/>
                  <a:gd name="connsiteX5" fmla="*/ 92 w 284777"/>
                  <a:gd name="connsiteY5" fmla="*/ 137824 h 284777"/>
                  <a:gd name="connsiteX6" fmla="*/ 0 w 284777"/>
                  <a:gd name="connsiteY6" fmla="*/ 142389 h 28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4777" h="284777">
                    <a:moveTo>
                      <a:pt x="0" y="142389"/>
                    </a:moveTo>
                    <a:cubicBezTo>
                      <a:pt x="0" y="221007"/>
                      <a:pt x="63771" y="284778"/>
                      <a:pt x="142389" y="284778"/>
                    </a:cubicBezTo>
                    <a:cubicBezTo>
                      <a:pt x="221007" y="284778"/>
                      <a:pt x="284778" y="221007"/>
                      <a:pt x="284778" y="142389"/>
                    </a:cubicBezTo>
                    <a:cubicBezTo>
                      <a:pt x="284778" y="140867"/>
                      <a:pt x="284778" y="139346"/>
                      <a:pt x="284686" y="137824"/>
                    </a:cubicBezTo>
                    <a:cubicBezTo>
                      <a:pt x="282288" y="61281"/>
                      <a:pt x="219485" y="0"/>
                      <a:pt x="142389" y="0"/>
                    </a:cubicBezTo>
                    <a:cubicBezTo>
                      <a:pt x="65292" y="0"/>
                      <a:pt x="2490" y="61281"/>
                      <a:pt x="92" y="137824"/>
                    </a:cubicBezTo>
                    <a:cubicBezTo>
                      <a:pt x="46" y="139346"/>
                      <a:pt x="0" y="140867"/>
                      <a:pt x="0" y="142389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8D890342-79DB-8D45-81D7-A6F072D9AF67}"/>
                  </a:ext>
                </a:extLst>
              </p:cNvPr>
              <p:cNvSpPr/>
              <p:nvPr/>
            </p:nvSpPr>
            <p:spPr>
              <a:xfrm>
                <a:off x="-772834" y="5674321"/>
                <a:ext cx="284777" cy="146953"/>
              </a:xfrm>
              <a:custGeom>
                <a:avLst/>
                <a:gdLst>
                  <a:gd name="connsiteX0" fmla="*/ 0 w 284777"/>
                  <a:gd name="connsiteY0" fmla="*/ 142343 h 146953"/>
                  <a:gd name="connsiteX1" fmla="*/ 92 w 284777"/>
                  <a:gd name="connsiteY1" fmla="*/ 146954 h 146953"/>
                  <a:gd name="connsiteX2" fmla="*/ 142389 w 284777"/>
                  <a:gd name="connsiteY2" fmla="*/ 9130 h 146953"/>
                  <a:gd name="connsiteX3" fmla="*/ 284686 w 284777"/>
                  <a:gd name="connsiteY3" fmla="*/ 146954 h 146953"/>
                  <a:gd name="connsiteX4" fmla="*/ 284778 w 284777"/>
                  <a:gd name="connsiteY4" fmla="*/ 142343 h 146953"/>
                  <a:gd name="connsiteX5" fmla="*/ 142389 w 284777"/>
                  <a:gd name="connsiteY5" fmla="*/ 0 h 146953"/>
                  <a:gd name="connsiteX6" fmla="*/ 0 w 284777"/>
                  <a:gd name="connsiteY6" fmla="*/ 142343 h 146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4777" h="146953">
                    <a:moveTo>
                      <a:pt x="0" y="142343"/>
                    </a:moveTo>
                    <a:cubicBezTo>
                      <a:pt x="0" y="143864"/>
                      <a:pt x="0" y="145432"/>
                      <a:pt x="92" y="146954"/>
                    </a:cubicBezTo>
                    <a:cubicBezTo>
                      <a:pt x="2490" y="70411"/>
                      <a:pt x="65292" y="9130"/>
                      <a:pt x="142389" y="9130"/>
                    </a:cubicBezTo>
                    <a:cubicBezTo>
                      <a:pt x="219485" y="9130"/>
                      <a:pt x="282288" y="70411"/>
                      <a:pt x="284686" y="146954"/>
                    </a:cubicBezTo>
                    <a:cubicBezTo>
                      <a:pt x="284732" y="145432"/>
                      <a:pt x="284778" y="143864"/>
                      <a:pt x="284778" y="142343"/>
                    </a:cubicBezTo>
                    <a:cubicBezTo>
                      <a:pt x="284778" y="63725"/>
                      <a:pt x="221007" y="0"/>
                      <a:pt x="142389" y="0"/>
                    </a:cubicBezTo>
                    <a:cubicBezTo>
                      <a:pt x="63771" y="0"/>
                      <a:pt x="0" y="63725"/>
                      <a:pt x="0" y="142343"/>
                    </a:cubicBezTo>
                    <a:close/>
                  </a:path>
                </a:pathLst>
              </a:custGeom>
              <a:solidFill>
                <a:srgbClr val="D3EFFB">
                  <a:alpha val="60000"/>
                </a:srgbClr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DAD461C2-A9CC-2ADA-8CAB-9B49B6F663D9}"/>
                  </a:ext>
                </a:extLst>
              </p:cNvPr>
              <p:cNvSpPr/>
              <p:nvPr/>
            </p:nvSpPr>
            <p:spPr>
              <a:xfrm>
                <a:off x="-1741336" y="5674321"/>
                <a:ext cx="284777" cy="146953"/>
              </a:xfrm>
              <a:custGeom>
                <a:avLst/>
                <a:gdLst>
                  <a:gd name="connsiteX0" fmla="*/ 0 w 284777"/>
                  <a:gd name="connsiteY0" fmla="*/ 142343 h 146953"/>
                  <a:gd name="connsiteX1" fmla="*/ 92 w 284777"/>
                  <a:gd name="connsiteY1" fmla="*/ 146954 h 146953"/>
                  <a:gd name="connsiteX2" fmla="*/ 142389 w 284777"/>
                  <a:gd name="connsiteY2" fmla="*/ 9130 h 146953"/>
                  <a:gd name="connsiteX3" fmla="*/ 284685 w 284777"/>
                  <a:gd name="connsiteY3" fmla="*/ 146954 h 146953"/>
                  <a:gd name="connsiteX4" fmla="*/ 284778 w 284777"/>
                  <a:gd name="connsiteY4" fmla="*/ 142343 h 146953"/>
                  <a:gd name="connsiteX5" fmla="*/ 142389 w 284777"/>
                  <a:gd name="connsiteY5" fmla="*/ 0 h 146953"/>
                  <a:gd name="connsiteX6" fmla="*/ 0 w 284777"/>
                  <a:gd name="connsiteY6" fmla="*/ 142343 h 146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4777" h="146953">
                    <a:moveTo>
                      <a:pt x="0" y="142343"/>
                    </a:moveTo>
                    <a:cubicBezTo>
                      <a:pt x="0" y="143864"/>
                      <a:pt x="0" y="145432"/>
                      <a:pt x="92" y="146954"/>
                    </a:cubicBezTo>
                    <a:cubicBezTo>
                      <a:pt x="2490" y="70411"/>
                      <a:pt x="65292" y="9130"/>
                      <a:pt x="142389" y="9130"/>
                    </a:cubicBezTo>
                    <a:cubicBezTo>
                      <a:pt x="219485" y="9130"/>
                      <a:pt x="282288" y="70411"/>
                      <a:pt x="284685" y="146954"/>
                    </a:cubicBezTo>
                    <a:cubicBezTo>
                      <a:pt x="284685" y="145432"/>
                      <a:pt x="284778" y="143864"/>
                      <a:pt x="284778" y="142343"/>
                    </a:cubicBezTo>
                    <a:cubicBezTo>
                      <a:pt x="284778" y="63725"/>
                      <a:pt x="221007" y="0"/>
                      <a:pt x="142389" y="0"/>
                    </a:cubicBezTo>
                    <a:cubicBezTo>
                      <a:pt x="63771" y="0"/>
                      <a:pt x="0" y="63725"/>
                      <a:pt x="0" y="142343"/>
                    </a:cubicBezTo>
                    <a:close/>
                  </a:path>
                </a:pathLst>
              </a:custGeom>
              <a:solidFill>
                <a:srgbClr val="D3EFFB">
                  <a:alpha val="60000"/>
                </a:srgbClr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14E033C4-00A7-53C9-48B4-6268E17F5F87}"/>
                  </a:ext>
                </a:extLst>
              </p:cNvPr>
              <p:cNvSpPr/>
              <p:nvPr/>
            </p:nvSpPr>
            <p:spPr>
              <a:xfrm>
                <a:off x="-772741" y="5683451"/>
                <a:ext cx="284593" cy="275601"/>
              </a:xfrm>
              <a:custGeom>
                <a:avLst/>
                <a:gdLst>
                  <a:gd name="connsiteX0" fmla="*/ 0 w 284593"/>
                  <a:gd name="connsiteY0" fmla="*/ 137824 h 275601"/>
                  <a:gd name="connsiteX1" fmla="*/ 142297 w 284593"/>
                  <a:gd name="connsiteY1" fmla="*/ 275602 h 275601"/>
                  <a:gd name="connsiteX2" fmla="*/ 284593 w 284593"/>
                  <a:gd name="connsiteY2" fmla="*/ 137824 h 275601"/>
                  <a:gd name="connsiteX3" fmla="*/ 142297 w 284593"/>
                  <a:gd name="connsiteY3" fmla="*/ 0 h 275601"/>
                  <a:gd name="connsiteX4" fmla="*/ 0 w 284593"/>
                  <a:gd name="connsiteY4" fmla="*/ 137824 h 27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593" h="275601">
                    <a:moveTo>
                      <a:pt x="0" y="137824"/>
                    </a:moveTo>
                    <a:cubicBezTo>
                      <a:pt x="2398" y="214367"/>
                      <a:pt x="65200" y="275602"/>
                      <a:pt x="142297" y="275602"/>
                    </a:cubicBezTo>
                    <a:cubicBezTo>
                      <a:pt x="219393" y="275602"/>
                      <a:pt x="282195" y="214367"/>
                      <a:pt x="284593" y="137824"/>
                    </a:cubicBezTo>
                    <a:cubicBezTo>
                      <a:pt x="282195" y="61281"/>
                      <a:pt x="219393" y="0"/>
                      <a:pt x="142297" y="0"/>
                    </a:cubicBezTo>
                    <a:cubicBezTo>
                      <a:pt x="65200" y="0"/>
                      <a:pt x="2398" y="61281"/>
                      <a:pt x="0" y="137824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F89EA9AD-4036-3800-9516-61726B46A855}"/>
                  </a:ext>
                </a:extLst>
              </p:cNvPr>
              <p:cNvSpPr/>
              <p:nvPr/>
            </p:nvSpPr>
            <p:spPr>
              <a:xfrm>
                <a:off x="-738113" y="5718126"/>
                <a:ext cx="215335" cy="215335"/>
              </a:xfrm>
              <a:custGeom>
                <a:avLst/>
                <a:gdLst>
                  <a:gd name="connsiteX0" fmla="*/ 107668 w 215335"/>
                  <a:gd name="connsiteY0" fmla="*/ 215335 h 215335"/>
                  <a:gd name="connsiteX1" fmla="*/ 215335 w 215335"/>
                  <a:gd name="connsiteY1" fmla="*/ 107668 h 215335"/>
                  <a:gd name="connsiteX2" fmla="*/ 107668 w 215335"/>
                  <a:gd name="connsiteY2" fmla="*/ 0 h 215335"/>
                  <a:gd name="connsiteX3" fmla="*/ 0 w 215335"/>
                  <a:gd name="connsiteY3" fmla="*/ 107668 h 215335"/>
                  <a:gd name="connsiteX4" fmla="*/ 107668 w 215335"/>
                  <a:gd name="connsiteY4" fmla="*/ 215335 h 215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335" h="215335">
                    <a:moveTo>
                      <a:pt x="107668" y="215335"/>
                    </a:moveTo>
                    <a:cubicBezTo>
                      <a:pt x="167012" y="215335"/>
                      <a:pt x="215335" y="167058"/>
                      <a:pt x="215335" y="107668"/>
                    </a:cubicBezTo>
                    <a:cubicBezTo>
                      <a:pt x="215335" y="48324"/>
                      <a:pt x="167058" y="0"/>
                      <a:pt x="107668" y="0"/>
                    </a:cubicBezTo>
                    <a:cubicBezTo>
                      <a:pt x="48278" y="0"/>
                      <a:pt x="0" y="48278"/>
                      <a:pt x="0" y="107668"/>
                    </a:cubicBezTo>
                    <a:cubicBezTo>
                      <a:pt x="0" y="167058"/>
                      <a:pt x="48278" y="215335"/>
                      <a:pt x="107668" y="215335"/>
                    </a:cubicBezTo>
                    <a:close/>
                  </a:path>
                </a:pathLst>
              </a:custGeom>
              <a:solidFill>
                <a:srgbClr val="D3EFFB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5B03F465-7A1F-7FA8-3A0C-5E18873F23AA}"/>
                  </a:ext>
                </a:extLst>
              </p:cNvPr>
              <p:cNvSpPr/>
              <p:nvPr/>
            </p:nvSpPr>
            <p:spPr>
              <a:xfrm>
                <a:off x="-653223" y="5731129"/>
                <a:ext cx="45188" cy="47170"/>
              </a:xfrm>
              <a:custGeom>
                <a:avLst/>
                <a:gdLst>
                  <a:gd name="connsiteX0" fmla="*/ 46 w 45188"/>
                  <a:gd name="connsiteY0" fmla="*/ 15032 h 47170"/>
                  <a:gd name="connsiteX1" fmla="*/ 22779 w 45188"/>
                  <a:gd name="connsiteY1" fmla="*/ 47171 h 47170"/>
                  <a:gd name="connsiteX2" fmla="*/ 45188 w 45188"/>
                  <a:gd name="connsiteY2" fmla="*/ 15032 h 47170"/>
                  <a:gd name="connsiteX3" fmla="*/ 22594 w 45188"/>
                  <a:gd name="connsiteY3" fmla="*/ 0 h 47170"/>
                  <a:gd name="connsiteX4" fmla="*/ 0 w 45188"/>
                  <a:gd name="connsiteY4" fmla="*/ 15032 h 47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88" h="47170">
                    <a:moveTo>
                      <a:pt x="46" y="15032"/>
                    </a:moveTo>
                    <a:cubicBezTo>
                      <a:pt x="46" y="27805"/>
                      <a:pt x="10329" y="47171"/>
                      <a:pt x="22779" y="47171"/>
                    </a:cubicBezTo>
                    <a:cubicBezTo>
                      <a:pt x="35228" y="47171"/>
                      <a:pt x="45188" y="27851"/>
                      <a:pt x="45188" y="15032"/>
                    </a:cubicBezTo>
                    <a:cubicBezTo>
                      <a:pt x="45188" y="2213"/>
                      <a:pt x="35090" y="0"/>
                      <a:pt x="22594" y="0"/>
                    </a:cubicBezTo>
                    <a:cubicBezTo>
                      <a:pt x="10098" y="0"/>
                      <a:pt x="0" y="2259"/>
                      <a:pt x="0" y="15032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F688B946-77B2-B993-E57D-7294F5E19D63}"/>
                  </a:ext>
                </a:extLst>
              </p:cNvPr>
              <p:cNvSpPr/>
              <p:nvPr/>
            </p:nvSpPr>
            <p:spPr>
              <a:xfrm>
                <a:off x="-601078" y="5748778"/>
                <a:ext cx="47372" cy="47542"/>
              </a:xfrm>
              <a:custGeom>
                <a:avLst/>
                <a:gdLst>
                  <a:gd name="connsiteX0" fmla="*/ 10841 w 47372"/>
                  <a:gd name="connsiteY0" fmla="*/ 4623 h 47542"/>
                  <a:gd name="connsiteX1" fmla="*/ 4201 w 47372"/>
                  <a:gd name="connsiteY1" fmla="*/ 43401 h 47542"/>
                  <a:gd name="connsiteX2" fmla="*/ 42750 w 47372"/>
                  <a:gd name="connsiteY2" fmla="*/ 36531 h 47542"/>
                  <a:gd name="connsiteX3" fmla="*/ 37447 w 47372"/>
                  <a:gd name="connsiteY3" fmla="*/ 9925 h 47542"/>
                  <a:gd name="connsiteX4" fmla="*/ 10841 w 47372"/>
                  <a:gd name="connsiteY4" fmla="*/ 4623 h 47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372" h="47542">
                    <a:moveTo>
                      <a:pt x="10841" y="4623"/>
                    </a:moveTo>
                    <a:cubicBezTo>
                      <a:pt x="1804" y="13660"/>
                      <a:pt x="-4606" y="34594"/>
                      <a:pt x="4201" y="43401"/>
                    </a:cubicBezTo>
                    <a:cubicBezTo>
                      <a:pt x="13009" y="52208"/>
                      <a:pt x="33712" y="45569"/>
                      <a:pt x="42750" y="36531"/>
                    </a:cubicBezTo>
                    <a:cubicBezTo>
                      <a:pt x="51787" y="27493"/>
                      <a:pt x="46254" y="18732"/>
                      <a:pt x="37447" y="9925"/>
                    </a:cubicBezTo>
                    <a:cubicBezTo>
                      <a:pt x="28640" y="1118"/>
                      <a:pt x="19879" y="-4415"/>
                      <a:pt x="10841" y="4623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381D5840-5B15-D98C-B7D5-E745AC6F6B63}"/>
                  </a:ext>
                </a:extLst>
              </p:cNvPr>
              <p:cNvSpPr/>
              <p:nvPr/>
            </p:nvSpPr>
            <p:spPr>
              <a:xfrm>
                <a:off x="-582951" y="5803015"/>
                <a:ext cx="47170" cy="45188"/>
              </a:xfrm>
              <a:custGeom>
                <a:avLst/>
                <a:gdLst>
                  <a:gd name="connsiteX0" fmla="*/ 32139 w 47170"/>
                  <a:gd name="connsiteY0" fmla="*/ 46 h 45188"/>
                  <a:gd name="connsiteX1" fmla="*/ 0 w 47170"/>
                  <a:gd name="connsiteY1" fmla="*/ 22779 h 45188"/>
                  <a:gd name="connsiteX2" fmla="*/ 32139 w 47170"/>
                  <a:gd name="connsiteY2" fmla="*/ 45188 h 45188"/>
                  <a:gd name="connsiteX3" fmla="*/ 47171 w 47170"/>
                  <a:gd name="connsiteY3" fmla="*/ 22594 h 45188"/>
                  <a:gd name="connsiteX4" fmla="*/ 32139 w 47170"/>
                  <a:gd name="connsiteY4" fmla="*/ 0 h 4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170" h="45188">
                    <a:moveTo>
                      <a:pt x="32139" y="46"/>
                    </a:moveTo>
                    <a:cubicBezTo>
                      <a:pt x="19366" y="46"/>
                      <a:pt x="0" y="10329"/>
                      <a:pt x="0" y="22779"/>
                    </a:cubicBezTo>
                    <a:cubicBezTo>
                      <a:pt x="0" y="35228"/>
                      <a:pt x="19320" y="45188"/>
                      <a:pt x="32139" y="45188"/>
                    </a:cubicBezTo>
                    <a:cubicBezTo>
                      <a:pt x="44958" y="45188"/>
                      <a:pt x="47171" y="35090"/>
                      <a:pt x="47171" y="22594"/>
                    </a:cubicBezTo>
                    <a:cubicBezTo>
                      <a:pt x="47171" y="10144"/>
                      <a:pt x="44912" y="0"/>
                      <a:pt x="32139" y="0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1A93A157-511E-6908-A362-4C72684B996C}"/>
                  </a:ext>
                </a:extLst>
              </p:cNvPr>
              <p:cNvSpPr/>
              <p:nvPr/>
            </p:nvSpPr>
            <p:spPr>
              <a:xfrm>
                <a:off x="-600972" y="5855207"/>
                <a:ext cx="47542" cy="47372"/>
              </a:xfrm>
              <a:custGeom>
                <a:avLst/>
                <a:gdLst>
                  <a:gd name="connsiteX0" fmla="*/ 42920 w 47542"/>
                  <a:gd name="connsiteY0" fmla="*/ 10841 h 47372"/>
                  <a:gd name="connsiteX1" fmla="*/ 4142 w 47542"/>
                  <a:gd name="connsiteY1" fmla="*/ 4201 h 47372"/>
                  <a:gd name="connsiteX2" fmla="*/ 11012 w 47542"/>
                  <a:gd name="connsiteY2" fmla="*/ 42750 h 47372"/>
                  <a:gd name="connsiteX3" fmla="*/ 37618 w 47542"/>
                  <a:gd name="connsiteY3" fmla="*/ 37447 h 47372"/>
                  <a:gd name="connsiteX4" fmla="*/ 42920 w 47542"/>
                  <a:gd name="connsiteY4" fmla="*/ 10841 h 47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542" h="47372">
                    <a:moveTo>
                      <a:pt x="42920" y="10841"/>
                    </a:moveTo>
                    <a:cubicBezTo>
                      <a:pt x="33883" y="1804"/>
                      <a:pt x="12949" y="-4606"/>
                      <a:pt x="4142" y="4201"/>
                    </a:cubicBezTo>
                    <a:cubicBezTo>
                      <a:pt x="-4666" y="13008"/>
                      <a:pt x="1974" y="33712"/>
                      <a:pt x="11012" y="42750"/>
                    </a:cubicBezTo>
                    <a:cubicBezTo>
                      <a:pt x="20050" y="51787"/>
                      <a:pt x="28811" y="46254"/>
                      <a:pt x="37618" y="37447"/>
                    </a:cubicBezTo>
                    <a:cubicBezTo>
                      <a:pt x="46425" y="28640"/>
                      <a:pt x="51958" y="19879"/>
                      <a:pt x="42920" y="10841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04A0D1A4-BBFB-3AEA-9B6F-AC4BEAD586B4}"/>
                  </a:ext>
                </a:extLst>
              </p:cNvPr>
              <p:cNvSpPr/>
              <p:nvPr/>
            </p:nvSpPr>
            <p:spPr>
              <a:xfrm>
                <a:off x="-652854" y="5873334"/>
                <a:ext cx="45188" cy="47170"/>
              </a:xfrm>
              <a:custGeom>
                <a:avLst/>
                <a:gdLst>
                  <a:gd name="connsiteX0" fmla="*/ 45142 w 45188"/>
                  <a:gd name="connsiteY0" fmla="*/ 32139 h 47170"/>
                  <a:gd name="connsiteX1" fmla="*/ 22410 w 45188"/>
                  <a:gd name="connsiteY1" fmla="*/ 0 h 47170"/>
                  <a:gd name="connsiteX2" fmla="*/ 0 w 45188"/>
                  <a:gd name="connsiteY2" fmla="*/ 32139 h 47170"/>
                  <a:gd name="connsiteX3" fmla="*/ 22594 w 45188"/>
                  <a:gd name="connsiteY3" fmla="*/ 47171 h 47170"/>
                  <a:gd name="connsiteX4" fmla="*/ 45188 w 45188"/>
                  <a:gd name="connsiteY4" fmla="*/ 32139 h 47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88" h="47170">
                    <a:moveTo>
                      <a:pt x="45142" y="32139"/>
                    </a:moveTo>
                    <a:cubicBezTo>
                      <a:pt x="45142" y="19320"/>
                      <a:pt x="34859" y="0"/>
                      <a:pt x="22410" y="0"/>
                    </a:cubicBezTo>
                    <a:cubicBezTo>
                      <a:pt x="9960" y="0"/>
                      <a:pt x="0" y="19320"/>
                      <a:pt x="0" y="32139"/>
                    </a:cubicBezTo>
                    <a:cubicBezTo>
                      <a:pt x="0" y="44958"/>
                      <a:pt x="10098" y="47171"/>
                      <a:pt x="22594" y="47171"/>
                    </a:cubicBezTo>
                    <a:cubicBezTo>
                      <a:pt x="35044" y="47171"/>
                      <a:pt x="45188" y="44912"/>
                      <a:pt x="45188" y="32139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3C17C019-E5BC-DBDD-3C05-8AA1EED46422}"/>
                  </a:ext>
                </a:extLst>
              </p:cNvPr>
              <p:cNvSpPr/>
              <p:nvPr/>
            </p:nvSpPr>
            <p:spPr>
              <a:xfrm>
                <a:off x="-707230" y="5855267"/>
                <a:ext cx="47372" cy="47542"/>
              </a:xfrm>
              <a:custGeom>
                <a:avLst/>
                <a:gdLst>
                  <a:gd name="connsiteX0" fmla="*/ 36531 w 47372"/>
                  <a:gd name="connsiteY0" fmla="*/ 42920 h 47542"/>
                  <a:gd name="connsiteX1" fmla="*/ 43171 w 47372"/>
                  <a:gd name="connsiteY1" fmla="*/ 4141 h 47542"/>
                  <a:gd name="connsiteX2" fmla="*/ 4623 w 47372"/>
                  <a:gd name="connsiteY2" fmla="*/ 11012 h 47542"/>
                  <a:gd name="connsiteX3" fmla="*/ 9925 w 47372"/>
                  <a:gd name="connsiteY3" fmla="*/ 37618 h 47542"/>
                  <a:gd name="connsiteX4" fmla="*/ 36531 w 47372"/>
                  <a:gd name="connsiteY4" fmla="*/ 42920 h 47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372" h="47542">
                    <a:moveTo>
                      <a:pt x="36531" y="42920"/>
                    </a:moveTo>
                    <a:cubicBezTo>
                      <a:pt x="45569" y="33883"/>
                      <a:pt x="51978" y="12949"/>
                      <a:pt x="43171" y="4141"/>
                    </a:cubicBezTo>
                    <a:cubicBezTo>
                      <a:pt x="34364" y="-4666"/>
                      <a:pt x="13660" y="1974"/>
                      <a:pt x="4623" y="11012"/>
                    </a:cubicBezTo>
                    <a:cubicBezTo>
                      <a:pt x="-4415" y="20050"/>
                      <a:pt x="1118" y="28811"/>
                      <a:pt x="9925" y="37618"/>
                    </a:cubicBezTo>
                    <a:cubicBezTo>
                      <a:pt x="18732" y="46425"/>
                      <a:pt x="27493" y="51958"/>
                      <a:pt x="36531" y="42920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68893BC3-E72A-A08E-5D30-E9CB02E7AC03}"/>
                  </a:ext>
                </a:extLst>
              </p:cNvPr>
              <p:cNvSpPr/>
              <p:nvPr/>
            </p:nvSpPr>
            <p:spPr>
              <a:xfrm>
                <a:off x="-725156" y="5803430"/>
                <a:ext cx="47170" cy="45188"/>
              </a:xfrm>
              <a:custGeom>
                <a:avLst/>
                <a:gdLst>
                  <a:gd name="connsiteX0" fmla="*/ 15032 w 47170"/>
                  <a:gd name="connsiteY0" fmla="*/ 45142 h 45188"/>
                  <a:gd name="connsiteX1" fmla="*/ 47171 w 47170"/>
                  <a:gd name="connsiteY1" fmla="*/ 22410 h 45188"/>
                  <a:gd name="connsiteX2" fmla="*/ 15032 w 47170"/>
                  <a:gd name="connsiteY2" fmla="*/ 0 h 45188"/>
                  <a:gd name="connsiteX3" fmla="*/ 0 w 47170"/>
                  <a:gd name="connsiteY3" fmla="*/ 22594 h 45188"/>
                  <a:gd name="connsiteX4" fmla="*/ 15032 w 47170"/>
                  <a:gd name="connsiteY4" fmla="*/ 45188 h 4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170" h="45188">
                    <a:moveTo>
                      <a:pt x="15032" y="45142"/>
                    </a:moveTo>
                    <a:cubicBezTo>
                      <a:pt x="27805" y="45142"/>
                      <a:pt x="47171" y="34859"/>
                      <a:pt x="47171" y="22410"/>
                    </a:cubicBezTo>
                    <a:cubicBezTo>
                      <a:pt x="47171" y="9960"/>
                      <a:pt x="27851" y="0"/>
                      <a:pt x="15032" y="0"/>
                    </a:cubicBezTo>
                    <a:cubicBezTo>
                      <a:pt x="2213" y="0"/>
                      <a:pt x="0" y="10098"/>
                      <a:pt x="0" y="22594"/>
                    </a:cubicBezTo>
                    <a:cubicBezTo>
                      <a:pt x="0" y="35044"/>
                      <a:pt x="2260" y="45188"/>
                      <a:pt x="15032" y="45188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FD3DCBF-9ACA-815A-5FA2-8636ACC252D7}"/>
                  </a:ext>
                </a:extLst>
              </p:cNvPr>
              <p:cNvSpPr/>
              <p:nvPr/>
            </p:nvSpPr>
            <p:spPr>
              <a:xfrm>
                <a:off x="-707461" y="5749055"/>
                <a:ext cx="47542" cy="47372"/>
              </a:xfrm>
              <a:custGeom>
                <a:avLst/>
                <a:gdLst>
                  <a:gd name="connsiteX0" fmla="*/ 4623 w 47542"/>
                  <a:gd name="connsiteY0" fmla="*/ 36531 h 47372"/>
                  <a:gd name="connsiteX1" fmla="*/ 43401 w 47542"/>
                  <a:gd name="connsiteY1" fmla="*/ 43171 h 47372"/>
                  <a:gd name="connsiteX2" fmla="*/ 36531 w 47542"/>
                  <a:gd name="connsiteY2" fmla="*/ 4623 h 47372"/>
                  <a:gd name="connsiteX3" fmla="*/ 9925 w 47542"/>
                  <a:gd name="connsiteY3" fmla="*/ 9925 h 47372"/>
                  <a:gd name="connsiteX4" fmla="*/ 4623 w 47542"/>
                  <a:gd name="connsiteY4" fmla="*/ 36531 h 47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542" h="47372">
                    <a:moveTo>
                      <a:pt x="4623" y="36531"/>
                    </a:moveTo>
                    <a:cubicBezTo>
                      <a:pt x="13660" y="45569"/>
                      <a:pt x="34594" y="51978"/>
                      <a:pt x="43401" y="43171"/>
                    </a:cubicBezTo>
                    <a:cubicBezTo>
                      <a:pt x="52208" y="34364"/>
                      <a:pt x="45569" y="13660"/>
                      <a:pt x="36531" y="4623"/>
                    </a:cubicBezTo>
                    <a:cubicBezTo>
                      <a:pt x="27493" y="-4415"/>
                      <a:pt x="18732" y="1118"/>
                      <a:pt x="9925" y="9925"/>
                    </a:cubicBezTo>
                    <a:cubicBezTo>
                      <a:pt x="1118" y="18732"/>
                      <a:pt x="-4415" y="27493"/>
                      <a:pt x="4623" y="36531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3BAC146A-E0B0-9142-DE26-CE011F5F2C38}"/>
                  </a:ext>
                </a:extLst>
              </p:cNvPr>
              <p:cNvSpPr/>
              <p:nvPr/>
            </p:nvSpPr>
            <p:spPr>
              <a:xfrm>
                <a:off x="-636485" y="5793286"/>
                <a:ext cx="11712" cy="11712"/>
              </a:xfrm>
              <a:custGeom>
                <a:avLst/>
                <a:gdLst>
                  <a:gd name="connsiteX0" fmla="*/ 11712 w 11712"/>
                  <a:gd name="connsiteY0" fmla="*/ 5856 h 11712"/>
                  <a:gd name="connsiteX1" fmla="*/ 5856 w 11712"/>
                  <a:gd name="connsiteY1" fmla="*/ 11712 h 11712"/>
                  <a:gd name="connsiteX2" fmla="*/ 0 w 11712"/>
                  <a:gd name="connsiteY2" fmla="*/ 5856 h 11712"/>
                  <a:gd name="connsiteX3" fmla="*/ 5856 w 11712"/>
                  <a:gd name="connsiteY3" fmla="*/ 0 h 11712"/>
                  <a:gd name="connsiteX4" fmla="*/ 11712 w 11712"/>
                  <a:gd name="connsiteY4" fmla="*/ 5856 h 1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12" h="11712">
                    <a:moveTo>
                      <a:pt x="11712" y="5856"/>
                    </a:moveTo>
                    <a:cubicBezTo>
                      <a:pt x="11712" y="9090"/>
                      <a:pt x="9090" y="11712"/>
                      <a:pt x="5856" y="11712"/>
                    </a:cubicBezTo>
                    <a:cubicBezTo>
                      <a:pt x="2622" y="11712"/>
                      <a:pt x="0" y="9090"/>
                      <a:pt x="0" y="5856"/>
                    </a:cubicBezTo>
                    <a:cubicBezTo>
                      <a:pt x="0" y="2622"/>
                      <a:pt x="2622" y="0"/>
                      <a:pt x="5856" y="0"/>
                    </a:cubicBezTo>
                    <a:cubicBezTo>
                      <a:pt x="9090" y="0"/>
                      <a:pt x="11712" y="2622"/>
                      <a:pt x="11712" y="5856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2C8BB979-BEA2-4B1E-2CD9-0D95C19CB888}"/>
                  </a:ext>
                </a:extLst>
              </p:cNvPr>
              <p:cNvSpPr/>
              <p:nvPr/>
            </p:nvSpPr>
            <p:spPr>
              <a:xfrm>
                <a:off x="-612968" y="5810809"/>
                <a:ext cx="11709" cy="11709"/>
              </a:xfrm>
              <a:custGeom>
                <a:avLst/>
                <a:gdLst>
                  <a:gd name="connsiteX0" fmla="*/ 4057 w 11709"/>
                  <a:gd name="connsiteY0" fmla="*/ 276 h 11709"/>
                  <a:gd name="connsiteX1" fmla="*/ 276 w 11709"/>
                  <a:gd name="connsiteY1" fmla="*/ 7653 h 11709"/>
                  <a:gd name="connsiteX2" fmla="*/ 7653 w 11709"/>
                  <a:gd name="connsiteY2" fmla="*/ 11434 h 11709"/>
                  <a:gd name="connsiteX3" fmla="*/ 11434 w 11709"/>
                  <a:gd name="connsiteY3" fmla="*/ 4057 h 11709"/>
                  <a:gd name="connsiteX4" fmla="*/ 4057 w 11709"/>
                  <a:gd name="connsiteY4" fmla="*/ 276 h 11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9" h="11709">
                    <a:moveTo>
                      <a:pt x="4057" y="276"/>
                    </a:moveTo>
                    <a:cubicBezTo>
                      <a:pt x="967" y="1290"/>
                      <a:pt x="-693" y="4564"/>
                      <a:pt x="276" y="7653"/>
                    </a:cubicBezTo>
                    <a:cubicBezTo>
                      <a:pt x="1290" y="10743"/>
                      <a:pt x="4564" y="12403"/>
                      <a:pt x="7653" y="11434"/>
                    </a:cubicBezTo>
                    <a:cubicBezTo>
                      <a:pt x="10743" y="10420"/>
                      <a:pt x="12403" y="7146"/>
                      <a:pt x="11434" y="4057"/>
                    </a:cubicBezTo>
                    <a:cubicBezTo>
                      <a:pt x="10420" y="967"/>
                      <a:pt x="7146" y="-693"/>
                      <a:pt x="4057" y="276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F66EBC98-2DF3-B284-14F3-6EADEAAD13F9}"/>
                  </a:ext>
                </a:extLst>
              </p:cNvPr>
              <p:cNvSpPr/>
              <p:nvPr/>
            </p:nvSpPr>
            <p:spPr>
              <a:xfrm>
                <a:off x="-622342" y="5838600"/>
                <a:ext cx="11737" cy="11737"/>
              </a:xfrm>
              <a:custGeom>
                <a:avLst/>
                <a:gdLst>
                  <a:gd name="connsiteX0" fmla="*/ 10618 w 11737"/>
                  <a:gd name="connsiteY0" fmla="*/ 2410 h 11737"/>
                  <a:gd name="connsiteX1" fmla="*/ 2410 w 11737"/>
                  <a:gd name="connsiteY1" fmla="*/ 1119 h 11737"/>
                  <a:gd name="connsiteX2" fmla="*/ 1119 w 11737"/>
                  <a:gd name="connsiteY2" fmla="*/ 9327 h 11737"/>
                  <a:gd name="connsiteX3" fmla="*/ 9327 w 11737"/>
                  <a:gd name="connsiteY3" fmla="*/ 10618 h 11737"/>
                  <a:gd name="connsiteX4" fmla="*/ 10618 w 11737"/>
                  <a:gd name="connsiteY4" fmla="*/ 2410 h 11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37" h="11737">
                    <a:moveTo>
                      <a:pt x="10618" y="2410"/>
                    </a:moveTo>
                    <a:cubicBezTo>
                      <a:pt x="8727" y="-218"/>
                      <a:pt x="5039" y="-771"/>
                      <a:pt x="2410" y="1119"/>
                    </a:cubicBezTo>
                    <a:cubicBezTo>
                      <a:pt x="-218" y="3010"/>
                      <a:pt x="-771" y="6699"/>
                      <a:pt x="1119" y="9327"/>
                    </a:cubicBezTo>
                    <a:cubicBezTo>
                      <a:pt x="3010" y="11955"/>
                      <a:pt x="6699" y="12508"/>
                      <a:pt x="9327" y="10618"/>
                    </a:cubicBezTo>
                    <a:cubicBezTo>
                      <a:pt x="11955" y="8727"/>
                      <a:pt x="12508" y="5039"/>
                      <a:pt x="10618" y="2410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BA6E0BF2-C2B4-13F9-62E2-A689F23A9398}"/>
                  </a:ext>
                </a:extLst>
              </p:cNvPr>
              <p:cNvSpPr/>
              <p:nvPr/>
            </p:nvSpPr>
            <p:spPr>
              <a:xfrm>
                <a:off x="-651655" y="5838277"/>
                <a:ext cx="11723" cy="11737"/>
              </a:xfrm>
              <a:custGeom>
                <a:avLst/>
                <a:gdLst>
                  <a:gd name="connsiteX0" fmla="*/ 10605 w 11723"/>
                  <a:gd name="connsiteY0" fmla="*/ 9281 h 11737"/>
                  <a:gd name="connsiteX1" fmla="*/ 9314 w 11723"/>
                  <a:gd name="connsiteY1" fmla="*/ 1119 h 11737"/>
                  <a:gd name="connsiteX2" fmla="*/ 1106 w 11723"/>
                  <a:gd name="connsiteY2" fmla="*/ 2410 h 11737"/>
                  <a:gd name="connsiteX3" fmla="*/ 2397 w 11723"/>
                  <a:gd name="connsiteY3" fmla="*/ 10618 h 11737"/>
                  <a:gd name="connsiteX4" fmla="*/ 10605 w 11723"/>
                  <a:gd name="connsiteY4" fmla="*/ 9327 h 11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23" h="11737">
                    <a:moveTo>
                      <a:pt x="10605" y="9281"/>
                    </a:moveTo>
                    <a:cubicBezTo>
                      <a:pt x="12495" y="6652"/>
                      <a:pt x="11942" y="3010"/>
                      <a:pt x="9314" y="1119"/>
                    </a:cubicBezTo>
                    <a:cubicBezTo>
                      <a:pt x="6685" y="-771"/>
                      <a:pt x="3043" y="-218"/>
                      <a:pt x="1106" y="2410"/>
                    </a:cubicBezTo>
                    <a:cubicBezTo>
                      <a:pt x="-784" y="5039"/>
                      <a:pt x="-185" y="8681"/>
                      <a:pt x="2397" y="10618"/>
                    </a:cubicBezTo>
                    <a:cubicBezTo>
                      <a:pt x="5025" y="12508"/>
                      <a:pt x="8668" y="11955"/>
                      <a:pt x="10605" y="9327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C6547934-5E13-E6DD-CFD4-52304BE6FA34}"/>
                  </a:ext>
                </a:extLst>
              </p:cNvPr>
              <p:cNvSpPr/>
              <p:nvPr/>
            </p:nvSpPr>
            <p:spPr>
              <a:xfrm>
                <a:off x="-660433" y="5810238"/>
                <a:ext cx="11744" cy="11744"/>
              </a:xfrm>
              <a:custGeom>
                <a:avLst/>
                <a:gdLst>
                  <a:gd name="connsiteX0" fmla="*/ 4074 w 11744"/>
                  <a:gd name="connsiteY0" fmla="*/ 11452 h 11744"/>
                  <a:gd name="connsiteX1" fmla="*/ 11452 w 11744"/>
                  <a:gd name="connsiteY1" fmla="*/ 7671 h 11744"/>
                  <a:gd name="connsiteX2" fmla="*/ 7671 w 11744"/>
                  <a:gd name="connsiteY2" fmla="*/ 293 h 11744"/>
                  <a:gd name="connsiteX3" fmla="*/ 293 w 11744"/>
                  <a:gd name="connsiteY3" fmla="*/ 4074 h 11744"/>
                  <a:gd name="connsiteX4" fmla="*/ 4074 w 11744"/>
                  <a:gd name="connsiteY4" fmla="*/ 11452 h 11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44" h="11744">
                    <a:moveTo>
                      <a:pt x="4074" y="11452"/>
                    </a:moveTo>
                    <a:cubicBezTo>
                      <a:pt x="7163" y="12466"/>
                      <a:pt x="10483" y="10760"/>
                      <a:pt x="11452" y="7671"/>
                    </a:cubicBezTo>
                    <a:cubicBezTo>
                      <a:pt x="12466" y="4581"/>
                      <a:pt x="10760" y="1307"/>
                      <a:pt x="7671" y="293"/>
                    </a:cubicBezTo>
                    <a:cubicBezTo>
                      <a:pt x="4581" y="-721"/>
                      <a:pt x="1307" y="985"/>
                      <a:pt x="293" y="4074"/>
                    </a:cubicBezTo>
                    <a:cubicBezTo>
                      <a:pt x="-721" y="7163"/>
                      <a:pt x="985" y="10483"/>
                      <a:pt x="4074" y="11452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23" name="Graphic 87">
                <a:extLst>
                  <a:ext uri="{FF2B5EF4-FFF2-40B4-BE49-F238E27FC236}">
                    <a16:creationId xmlns:a16="http://schemas.microsoft.com/office/drawing/2014/main" id="{A0FAE582-3BF8-4550-35FA-50B9D0F220C5}"/>
                  </a:ext>
                </a:extLst>
              </p:cNvPr>
              <p:cNvGrpSpPr/>
              <p:nvPr/>
            </p:nvGrpSpPr>
            <p:grpSpPr>
              <a:xfrm>
                <a:off x="-1741474" y="5683405"/>
                <a:ext cx="284777" cy="284777"/>
                <a:chOff x="-1741474" y="5683405"/>
                <a:chExt cx="284777" cy="284777"/>
              </a:xfrm>
            </p:grpSpPr>
            <p:sp>
              <p:nvSpPr>
                <p:cNvPr id="124" name="Freeform: Shape 123">
                  <a:extLst>
                    <a:ext uri="{FF2B5EF4-FFF2-40B4-BE49-F238E27FC236}">
                      <a16:creationId xmlns:a16="http://schemas.microsoft.com/office/drawing/2014/main" id="{76D451D7-A918-1980-E405-6E3D02EAA1D3}"/>
                    </a:ext>
                  </a:extLst>
                </p:cNvPr>
                <p:cNvSpPr/>
                <p:nvPr/>
              </p:nvSpPr>
              <p:spPr>
                <a:xfrm>
                  <a:off x="-1741474" y="5683405"/>
                  <a:ext cx="284777" cy="284777"/>
                </a:xfrm>
                <a:custGeom>
                  <a:avLst/>
                  <a:gdLst>
                    <a:gd name="connsiteX0" fmla="*/ 0 w 284777"/>
                    <a:gd name="connsiteY0" fmla="*/ 142389 h 284777"/>
                    <a:gd name="connsiteX1" fmla="*/ 142389 w 284777"/>
                    <a:gd name="connsiteY1" fmla="*/ 284778 h 284777"/>
                    <a:gd name="connsiteX2" fmla="*/ 284778 w 284777"/>
                    <a:gd name="connsiteY2" fmla="*/ 142389 h 284777"/>
                    <a:gd name="connsiteX3" fmla="*/ 142389 w 284777"/>
                    <a:gd name="connsiteY3" fmla="*/ 0 h 284777"/>
                    <a:gd name="connsiteX4" fmla="*/ 0 w 284777"/>
                    <a:gd name="connsiteY4" fmla="*/ 142389 h 284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4777" h="284777">
                      <a:moveTo>
                        <a:pt x="0" y="142389"/>
                      </a:moveTo>
                      <a:cubicBezTo>
                        <a:pt x="0" y="221007"/>
                        <a:pt x="63771" y="284778"/>
                        <a:pt x="142389" y="284778"/>
                      </a:cubicBezTo>
                      <a:cubicBezTo>
                        <a:pt x="221007" y="284778"/>
                        <a:pt x="284778" y="221007"/>
                        <a:pt x="284778" y="142389"/>
                      </a:cubicBezTo>
                      <a:cubicBezTo>
                        <a:pt x="284778" y="63771"/>
                        <a:pt x="221007" y="0"/>
                        <a:pt x="142389" y="0"/>
                      </a:cubicBezTo>
                      <a:cubicBezTo>
                        <a:pt x="63771" y="0"/>
                        <a:pt x="0" y="63771"/>
                        <a:pt x="0" y="142389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5" name="Freeform: Shape 124">
                  <a:extLst>
                    <a:ext uri="{FF2B5EF4-FFF2-40B4-BE49-F238E27FC236}">
                      <a16:creationId xmlns:a16="http://schemas.microsoft.com/office/drawing/2014/main" id="{0725299A-0007-ACE5-1EC5-B38C7FC3CD1A}"/>
                    </a:ext>
                  </a:extLst>
                </p:cNvPr>
                <p:cNvSpPr/>
                <p:nvPr/>
              </p:nvSpPr>
              <p:spPr>
                <a:xfrm>
                  <a:off x="-1706753" y="5718126"/>
                  <a:ext cx="215335" cy="215335"/>
                </a:xfrm>
                <a:custGeom>
                  <a:avLst/>
                  <a:gdLst>
                    <a:gd name="connsiteX0" fmla="*/ 107668 w 215335"/>
                    <a:gd name="connsiteY0" fmla="*/ 215335 h 215335"/>
                    <a:gd name="connsiteX1" fmla="*/ 215335 w 215335"/>
                    <a:gd name="connsiteY1" fmla="*/ 107668 h 215335"/>
                    <a:gd name="connsiteX2" fmla="*/ 107668 w 215335"/>
                    <a:gd name="connsiteY2" fmla="*/ 0 h 215335"/>
                    <a:gd name="connsiteX3" fmla="*/ 0 w 215335"/>
                    <a:gd name="connsiteY3" fmla="*/ 107668 h 215335"/>
                    <a:gd name="connsiteX4" fmla="*/ 107668 w 215335"/>
                    <a:gd name="connsiteY4" fmla="*/ 215335 h 215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335" h="215335">
                      <a:moveTo>
                        <a:pt x="107668" y="215335"/>
                      </a:moveTo>
                      <a:cubicBezTo>
                        <a:pt x="167012" y="215335"/>
                        <a:pt x="215335" y="167058"/>
                        <a:pt x="215335" y="107668"/>
                      </a:cubicBezTo>
                      <a:cubicBezTo>
                        <a:pt x="215335" y="48324"/>
                        <a:pt x="167058" y="0"/>
                        <a:pt x="107668" y="0"/>
                      </a:cubicBezTo>
                      <a:cubicBezTo>
                        <a:pt x="48278" y="0"/>
                        <a:pt x="0" y="48278"/>
                        <a:pt x="0" y="107668"/>
                      </a:cubicBezTo>
                      <a:cubicBezTo>
                        <a:pt x="0" y="167058"/>
                        <a:pt x="48278" y="215335"/>
                        <a:pt x="107668" y="215335"/>
                      </a:cubicBezTo>
                      <a:close/>
                    </a:path>
                  </a:pathLst>
                </a:custGeom>
                <a:solidFill>
                  <a:srgbClr val="D3EFFB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B97DD47D-CDC6-9D0A-0E04-80976B963357}"/>
                    </a:ext>
                  </a:extLst>
                </p:cNvPr>
                <p:cNvSpPr/>
                <p:nvPr/>
              </p:nvSpPr>
              <p:spPr>
                <a:xfrm>
                  <a:off x="-1621864" y="5731129"/>
                  <a:ext cx="45188" cy="47170"/>
                </a:xfrm>
                <a:custGeom>
                  <a:avLst/>
                  <a:gdLst>
                    <a:gd name="connsiteX0" fmla="*/ 46 w 45188"/>
                    <a:gd name="connsiteY0" fmla="*/ 15032 h 47170"/>
                    <a:gd name="connsiteX1" fmla="*/ 22779 w 45188"/>
                    <a:gd name="connsiteY1" fmla="*/ 47171 h 47170"/>
                    <a:gd name="connsiteX2" fmla="*/ 45188 w 45188"/>
                    <a:gd name="connsiteY2" fmla="*/ 15032 h 47170"/>
                    <a:gd name="connsiteX3" fmla="*/ 22594 w 45188"/>
                    <a:gd name="connsiteY3" fmla="*/ 0 h 47170"/>
                    <a:gd name="connsiteX4" fmla="*/ 0 w 45188"/>
                    <a:gd name="connsiteY4" fmla="*/ 15032 h 471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188" h="47170">
                      <a:moveTo>
                        <a:pt x="46" y="15032"/>
                      </a:moveTo>
                      <a:cubicBezTo>
                        <a:pt x="46" y="27805"/>
                        <a:pt x="10329" y="47171"/>
                        <a:pt x="22779" y="47171"/>
                      </a:cubicBezTo>
                      <a:cubicBezTo>
                        <a:pt x="35228" y="47171"/>
                        <a:pt x="45188" y="27851"/>
                        <a:pt x="45188" y="15032"/>
                      </a:cubicBezTo>
                      <a:cubicBezTo>
                        <a:pt x="45188" y="2213"/>
                        <a:pt x="35090" y="0"/>
                        <a:pt x="22594" y="0"/>
                      </a:cubicBezTo>
                      <a:cubicBezTo>
                        <a:pt x="10098" y="0"/>
                        <a:pt x="0" y="2259"/>
                        <a:pt x="0" y="15032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07608B45-6F6E-A741-279A-EEAE55D673D4}"/>
                    </a:ext>
                  </a:extLst>
                </p:cNvPr>
                <p:cNvSpPr/>
                <p:nvPr/>
              </p:nvSpPr>
              <p:spPr>
                <a:xfrm>
                  <a:off x="-1569672" y="5748778"/>
                  <a:ext cx="47372" cy="47542"/>
                </a:xfrm>
                <a:custGeom>
                  <a:avLst/>
                  <a:gdLst>
                    <a:gd name="connsiteX0" fmla="*/ 10841 w 47372"/>
                    <a:gd name="connsiteY0" fmla="*/ 4623 h 47542"/>
                    <a:gd name="connsiteX1" fmla="*/ 4201 w 47372"/>
                    <a:gd name="connsiteY1" fmla="*/ 43401 h 47542"/>
                    <a:gd name="connsiteX2" fmla="*/ 42750 w 47372"/>
                    <a:gd name="connsiteY2" fmla="*/ 36531 h 47542"/>
                    <a:gd name="connsiteX3" fmla="*/ 37447 w 47372"/>
                    <a:gd name="connsiteY3" fmla="*/ 9925 h 47542"/>
                    <a:gd name="connsiteX4" fmla="*/ 10841 w 47372"/>
                    <a:gd name="connsiteY4" fmla="*/ 4623 h 47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72" h="47542">
                      <a:moveTo>
                        <a:pt x="10841" y="4623"/>
                      </a:moveTo>
                      <a:cubicBezTo>
                        <a:pt x="1804" y="13660"/>
                        <a:pt x="-4606" y="34594"/>
                        <a:pt x="4201" y="43401"/>
                      </a:cubicBezTo>
                      <a:cubicBezTo>
                        <a:pt x="13009" y="52208"/>
                        <a:pt x="33712" y="45569"/>
                        <a:pt x="42750" y="36531"/>
                      </a:cubicBezTo>
                      <a:cubicBezTo>
                        <a:pt x="51787" y="27493"/>
                        <a:pt x="46254" y="18732"/>
                        <a:pt x="37447" y="9925"/>
                      </a:cubicBezTo>
                      <a:cubicBezTo>
                        <a:pt x="28640" y="1118"/>
                        <a:pt x="19879" y="-4415"/>
                        <a:pt x="10841" y="4623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76EE3114-33D6-F6AD-CD3A-F966874671DC}"/>
                    </a:ext>
                  </a:extLst>
                </p:cNvPr>
                <p:cNvSpPr/>
                <p:nvPr/>
              </p:nvSpPr>
              <p:spPr>
                <a:xfrm>
                  <a:off x="-1551592" y="5803015"/>
                  <a:ext cx="47170" cy="45188"/>
                </a:xfrm>
                <a:custGeom>
                  <a:avLst/>
                  <a:gdLst>
                    <a:gd name="connsiteX0" fmla="*/ 32139 w 47170"/>
                    <a:gd name="connsiteY0" fmla="*/ 46 h 45188"/>
                    <a:gd name="connsiteX1" fmla="*/ 0 w 47170"/>
                    <a:gd name="connsiteY1" fmla="*/ 22779 h 45188"/>
                    <a:gd name="connsiteX2" fmla="*/ 32139 w 47170"/>
                    <a:gd name="connsiteY2" fmla="*/ 45188 h 45188"/>
                    <a:gd name="connsiteX3" fmla="*/ 47171 w 47170"/>
                    <a:gd name="connsiteY3" fmla="*/ 22594 h 45188"/>
                    <a:gd name="connsiteX4" fmla="*/ 32139 w 47170"/>
                    <a:gd name="connsiteY4" fmla="*/ 0 h 45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170" h="45188">
                      <a:moveTo>
                        <a:pt x="32139" y="46"/>
                      </a:moveTo>
                      <a:cubicBezTo>
                        <a:pt x="19366" y="46"/>
                        <a:pt x="0" y="10329"/>
                        <a:pt x="0" y="22779"/>
                      </a:cubicBezTo>
                      <a:cubicBezTo>
                        <a:pt x="0" y="35228"/>
                        <a:pt x="19320" y="45188"/>
                        <a:pt x="32139" y="45188"/>
                      </a:cubicBezTo>
                      <a:cubicBezTo>
                        <a:pt x="44958" y="45188"/>
                        <a:pt x="47171" y="35090"/>
                        <a:pt x="47171" y="22594"/>
                      </a:cubicBezTo>
                      <a:cubicBezTo>
                        <a:pt x="47171" y="10144"/>
                        <a:pt x="44911" y="0"/>
                        <a:pt x="32139" y="0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E5E6E7B5-0E51-DD2D-919F-91D5FD5E3705}"/>
                    </a:ext>
                  </a:extLst>
                </p:cNvPr>
                <p:cNvSpPr/>
                <p:nvPr/>
              </p:nvSpPr>
              <p:spPr>
                <a:xfrm>
                  <a:off x="-1569612" y="5855207"/>
                  <a:ext cx="47542" cy="47372"/>
                </a:xfrm>
                <a:custGeom>
                  <a:avLst/>
                  <a:gdLst>
                    <a:gd name="connsiteX0" fmla="*/ 42920 w 47542"/>
                    <a:gd name="connsiteY0" fmla="*/ 10841 h 47372"/>
                    <a:gd name="connsiteX1" fmla="*/ 4142 w 47542"/>
                    <a:gd name="connsiteY1" fmla="*/ 4201 h 47372"/>
                    <a:gd name="connsiteX2" fmla="*/ 11012 w 47542"/>
                    <a:gd name="connsiteY2" fmla="*/ 42750 h 47372"/>
                    <a:gd name="connsiteX3" fmla="*/ 37618 w 47542"/>
                    <a:gd name="connsiteY3" fmla="*/ 37447 h 47372"/>
                    <a:gd name="connsiteX4" fmla="*/ 42920 w 47542"/>
                    <a:gd name="connsiteY4" fmla="*/ 10841 h 47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42" h="47372">
                      <a:moveTo>
                        <a:pt x="42920" y="10841"/>
                      </a:moveTo>
                      <a:cubicBezTo>
                        <a:pt x="33883" y="1804"/>
                        <a:pt x="12949" y="-4606"/>
                        <a:pt x="4142" y="4201"/>
                      </a:cubicBezTo>
                      <a:cubicBezTo>
                        <a:pt x="-4666" y="13008"/>
                        <a:pt x="1974" y="33712"/>
                        <a:pt x="11012" y="42750"/>
                      </a:cubicBezTo>
                      <a:cubicBezTo>
                        <a:pt x="20050" y="51787"/>
                        <a:pt x="28811" y="46254"/>
                        <a:pt x="37618" y="37447"/>
                      </a:cubicBezTo>
                      <a:cubicBezTo>
                        <a:pt x="46425" y="28640"/>
                        <a:pt x="51958" y="19879"/>
                        <a:pt x="42920" y="10841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E7C87950-543A-559D-929B-2945E3D7F98A}"/>
                    </a:ext>
                  </a:extLst>
                </p:cNvPr>
                <p:cNvSpPr/>
                <p:nvPr/>
              </p:nvSpPr>
              <p:spPr>
                <a:xfrm>
                  <a:off x="-1621495" y="5873334"/>
                  <a:ext cx="45188" cy="47170"/>
                </a:xfrm>
                <a:custGeom>
                  <a:avLst/>
                  <a:gdLst>
                    <a:gd name="connsiteX0" fmla="*/ 45142 w 45188"/>
                    <a:gd name="connsiteY0" fmla="*/ 32139 h 47170"/>
                    <a:gd name="connsiteX1" fmla="*/ 22410 w 45188"/>
                    <a:gd name="connsiteY1" fmla="*/ 0 h 47170"/>
                    <a:gd name="connsiteX2" fmla="*/ 0 w 45188"/>
                    <a:gd name="connsiteY2" fmla="*/ 32139 h 47170"/>
                    <a:gd name="connsiteX3" fmla="*/ 22594 w 45188"/>
                    <a:gd name="connsiteY3" fmla="*/ 47171 h 47170"/>
                    <a:gd name="connsiteX4" fmla="*/ 45188 w 45188"/>
                    <a:gd name="connsiteY4" fmla="*/ 32139 h 471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188" h="47170">
                      <a:moveTo>
                        <a:pt x="45142" y="32139"/>
                      </a:moveTo>
                      <a:cubicBezTo>
                        <a:pt x="45142" y="19320"/>
                        <a:pt x="34859" y="0"/>
                        <a:pt x="22410" y="0"/>
                      </a:cubicBezTo>
                      <a:cubicBezTo>
                        <a:pt x="9960" y="0"/>
                        <a:pt x="0" y="19320"/>
                        <a:pt x="0" y="32139"/>
                      </a:cubicBezTo>
                      <a:cubicBezTo>
                        <a:pt x="0" y="44958"/>
                        <a:pt x="10098" y="47171"/>
                        <a:pt x="22594" y="47171"/>
                      </a:cubicBezTo>
                      <a:cubicBezTo>
                        <a:pt x="35044" y="47171"/>
                        <a:pt x="45188" y="44912"/>
                        <a:pt x="45188" y="32139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01BFB3FC-CFA2-E2B8-73CD-FC4DE59BDAA0}"/>
                    </a:ext>
                  </a:extLst>
                </p:cNvPr>
                <p:cNvSpPr/>
                <p:nvPr/>
              </p:nvSpPr>
              <p:spPr>
                <a:xfrm>
                  <a:off x="-1675871" y="5855267"/>
                  <a:ext cx="47372" cy="47542"/>
                </a:xfrm>
                <a:custGeom>
                  <a:avLst/>
                  <a:gdLst>
                    <a:gd name="connsiteX0" fmla="*/ 36531 w 47372"/>
                    <a:gd name="connsiteY0" fmla="*/ 42920 h 47542"/>
                    <a:gd name="connsiteX1" fmla="*/ 43171 w 47372"/>
                    <a:gd name="connsiteY1" fmla="*/ 4141 h 47542"/>
                    <a:gd name="connsiteX2" fmla="*/ 4623 w 47372"/>
                    <a:gd name="connsiteY2" fmla="*/ 11012 h 47542"/>
                    <a:gd name="connsiteX3" fmla="*/ 9925 w 47372"/>
                    <a:gd name="connsiteY3" fmla="*/ 37618 h 47542"/>
                    <a:gd name="connsiteX4" fmla="*/ 36531 w 47372"/>
                    <a:gd name="connsiteY4" fmla="*/ 42920 h 47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72" h="47542">
                      <a:moveTo>
                        <a:pt x="36531" y="42920"/>
                      </a:moveTo>
                      <a:cubicBezTo>
                        <a:pt x="45569" y="33883"/>
                        <a:pt x="51978" y="12949"/>
                        <a:pt x="43171" y="4141"/>
                      </a:cubicBezTo>
                      <a:cubicBezTo>
                        <a:pt x="34364" y="-4666"/>
                        <a:pt x="13660" y="1974"/>
                        <a:pt x="4623" y="11012"/>
                      </a:cubicBezTo>
                      <a:cubicBezTo>
                        <a:pt x="-4415" y="20050"/>
                        <a:pt x="1118" y="28811"/>
                        <a:pt x="9925" y="37618"/>
                      </a:cubicBezTo>
                      <a:cubicBezTo>
                        <a:pt x="18732" y="46425"/>
                        <a:pt x="27493" y="51958"/>
                        <a:pt x="36531" y="42920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59FBF83B-DE14-DEB0-CBDA-CD9254662728}"/>
                    </a:ext>
                  </a:extLst>
                </p:cNvPr>
                <p:cNvSpPr/>
                <p:nvPr/>
              </p:nvSpPr>
              <p:spPr>
                <a:xfrm>
                  <a:off x="-1693750" y="5803430"/>
                  <a:ext cx="47170" cy="45188"/>
                </a:xfrm>
                <a:custGeom>
                  <a:avLst/>
                  <a:gdLst>
                    <a:gd name="connsiteX0" fmla="*/ 15032 w 47170"/>
                    <a:gd name="connsiteY0" fmla="*/ 45142 h 45188"/>
                    <a:gd name="connsiteX1" fmla="*/ 47171 w 47170"/>
                    <a:gd name="connsiteY1" fmla="*/ 22410 h 45188"/>
                    <a:gd name="connsiteX2" fmla="*/ 15032 w 47170"/>
                    <a:gd name="connsiteY2" fmla="*/ 0 h 45188"/>
                    <a:gd name="connsiteX3" fmla="*/ 0 w 47170"/>
                    <a:gd name="connsiteY3" fmla="*/ 22594 h 45188"/>
                    <a:gd name="connsiteX4" fmla="*/ 15032 w 47170"/>
                    <a:gd name="connsiteY4" fmla="*/ 45188 h 45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170" h="45188">
                      <a:moveTo>
                        <a:pt x="15032" y="45142"/>
                      </a:moveTo>
                      <a:cubicBezTo>
                        <a:pt x="27805" y="45142"/>
                        <a:pt x="47171" y="34859"/>
                        <a:pt x="47171" y="22410"/>
                      </a:cubicBezTo>
                      <a:cubicBezTo>
                        <a:pt x="47171" y="9960"/>
                        <a:pt x="27851" y="0"/>
                        <a:pt x="15032" y="0"/>
                      </a:cubicBezTo>
                      <a:cubicBezTo>
                        <a:pt x="2213" y="0"/>
                        <a:pt x="0" y="10098"/>
                        <a:pt x="0" y="22594"/>
                      </a:cubicBezTo>
                      <a:cubicBezTo>
                        <a:pt x="0" y="35044"/>
                        <a:pt x="2259" y="45188"/>
                        <a:pt x="15032" y="45188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C9242540-099A-DEA3-EDC8-FA5AAE13707E}"/>
                    </a:ext>
                  </a:extLst>
                </p:cNvPr>
                <p:cNvSpPr/>
                <p:nvPr/>
              </p:nvSpPr>
              <p:spPr>
                <a:xfrm>
                  <a:off x="-1676101" y="5749055"/>
                  <a:ext cx="47542" cy="47372"/>
                </a:xfrm>
                <a:custGeom>
                  <a:avLst/>
                  <a:gdLst>
                    <a:gd name="connsiteX0" fmla="*/ 4623 w 47542"/>
                    <a:gd name="connsiteY0" fmla="*/ 36531 h 47372"/>
                    <a:gd name="connsiteX1" fmla="*/ 43401 w 47542"/>
                    <a:gd name="connsiteY1" fmla="*/ 43171 h 47372"/>
                    <a:gd name="connsiteX2" fmla="*/ 36531 w 47542"/>
                    <a:gd name="connsiteY2" fmla="*/ 4623 h 47372"/>
                    <a:gd name="connsiteX3" fmla="*/ 9925 w 47542"/>
                    <a:gd name="connsiteY3" fmla="*/ 9925 h 47372"/>
                    <a:gd name="connsiteX4" fmla="*/ 4623 w 47542"/>
                    <a:gd name="connsiteY4" fmla="*/ 36531 h 47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42" h="47372">
                      <a:moveTo>
                        <a:pt x="4623" y="36531"/>
                      </a:moveTo>
                      <a:cubicBezTo>
                        <a:pt x="13660" y="45569"/>
                        <a:pt x="34594" y="51978"/>
                        <a:pt x="43401" y="43171"/>
                      </a:cubicBezTo>
                      <a:cubicBezTo>
                        <a:pt x="52208" y="34364"/>
                        <a:pt x="45569" y="13660"/>
                        <a:pt x="36531" y="4623"/>
                      </a:cubicBezTo>
                      <a:cubicBezTo>
                        <a:pt x="27493" y="-4415"/>
                        <a:pt x="18732" y="1118"/>
                        <a:pt x="9925" y="9925"/>
                      </a:cubicBezTo>
                      <a:cubicBezTo>
                        <a:pt x="1118" y="18732"/>
                        <a:pt x="-4415" y="27493"/>
                        <a:pt x="4623" y="36531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87ACFABE-8FCB-23A8-D309-2FE3D9D4B2E5}"/>
                    </a:ext>
                  </a:extLst>
                </p:cNvPr>
                <p:cNvSpPr/>
                <p:nvPr/>
              </p:nvSpPr>
              <p:spPr>
                <a:xfrm>
                  <a:off x="-1605126" y="5793286"/>
                  <a:ext cx="11712" cy="11712"/>
                </a:xfrm>
                <a:custGeom>
                  <a:avLst/>
                  <a:gdLst>
                    <a:gd name="connsiteX0" fmla="*/ 0 w 11712"/>
                    <a:gd name="connsiteY0" fmla="*/ 5856 h 11712"/>
                    <a:gd name="connsiteX1" fmla="*/ 5856 w 11712"/>
                    <a:gd name="connsiteY1" fmla="*/ 11712 h 11712"/>
                    <a:gd name="connsiteX2" fmla="*/ 11712 w 11712"/>
                    <a:gd name="connsiteY2" fmla="*/ 5856 h 11712"/>
                    <a:gd name="connsiteX3" fmla="*/ 5856 w 11712"/>
                    <a:gd name="connsiteY3" fmla="*/ 0 h 11712"/>
                    <a:gd name="connsiteX4" fmla="*/ 0 w 11712"/>
                    <a:gd name="connsiteY4" fmla="*/ 5856 h 11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12" h="11712">
                      <a:moveTo>
                        <a:pt x="0" y="5856"/>
                      </a:moveTo>
                      <a:cubicBezTo>
                        <a:pt x="0" y="9084"/>
                        <a:pt x="2628" y="11712"/>
                        <a:pt x="5856" y="11712"/>
                      </a:cubicBezTo>
                      <a:cubicBezTo>
                        <a:pt x="9084" y="11712"/>
                        <a:pt x="11712" y="9084"/>
                        <a:pt x="11712" y="5856"/>
                      </a:cubicBezTo>
                      <a:cubicBezTo>
                        <a:pt x="11712" y="2628"/>
                        <a:pt x="9084" y="0"/>
                        <a:pt x="5856" y="0"/>
                      </a:cubicBezTo>
                      <a:cubicBezTo>
                        <a:pt x="2628" y="0"/>
                        <a:pt x="0" y="2628"/>
                        <a:pt x="0" y="5856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AC120C82-A20C-944E-00E9-C814E1E862EB}"/>
                    </a:ext>
                  </a:extLst>
                </p:cNvPr>
                <p:cNvSpPr/>
                <p:nvPr/>
              </p:nvSpPr>
              <p:spPr>
                <a:xfrm>
                  <a:off x="-1581562" y="5810809"/>
                  <a:ext cx="11709" cy="11709"/>
                </a:xfrm>
                <a:custGeom>
                  <a:avLst/>
                  <a:gdLst>
                    <a:gd name="connsiteX0" fmla="*/ 4057 w 11709"/>
                    <a:gd name="connsiteY0" fmla="*/ 276 h 11709"/>
                    <a:gd name="connsiteX1" fmla="*/ 276 w 11709"/>
                    <a:gd name="connsiteY1" fmla="*/ 7653 h 11709"/>
                    <a:gd name="connsiteX2" fmla="*/ 7653 w 11709"/>
                    <a:gd name="connsiteY2" fmla="*/ 11434 h 11709"/>
                    <a:gd name="connsiteX3" fmla="*/ 11434 w 11709"/>
                    <a:gd name="connsiteY3" fmla="*/ 4057 h 11709"/>
                    <a:gd name="connsiteX4" fmla="*/ 4057 w 11709"/>
                    <a:gd name="connsiteY4" fmla="*/ 276 h 1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9" h="11709">
                      <a:moveTo>
                        <a:pt x="4057" y="276"/>
                      </a:moveTo>
                      <a:cubicBezTo>
                        <a:pt x="967" y="1290"/>
                        <a:pt x="-693" y="4564"/>
                        <a:pt x="276" y="7653"/>
                      </a:cubicBezTo>
                      <a:cubicBezTo>
                        <a:pt x="1290" y="10743"/>
                        <a:pt x="4564" y="12403"/>
                        <a:pt x="7653" y="11434"/>
                      </a:cubicBezTo>
                      <a:cubicBezTo>
                        <a:pt x="10743" y="10420"/>
                        <a:pt x="12403" y="7146"/>
                        <a:pt x="11434" y="4057"/>
                      </a:cubicBezTo>
                      <a:cubicBezTo>
                        <a:pt x="10420" y="967"/>
                        <a:pt x="7146" y="-693"/>
                        <a:pt x="4057" y="276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9E5667F5-EE6B-EEC0-CDA5-2B2C581FB889}"/>
                    </a:ext>
                  </a:extLst>
                </p:cNvPr>
                <p:cNvSpPr/>
                <p:nvPr/>
              </p:nvSpPr>
              <p:spPr>
                <a:xfrm>
                  <a:off x="-1590936" y="5838600"/>
                  <a:ext cx="11737" cy="11737"/>
                </a:xfrm>
                <a:custGeom>
                  <a:avLst/>
                  <a:gdLst>
                    <a:gd name="connsiteX0" fmla="*/ 10572 w 11737"/>
                    <a:gd name="connsiteY0" fmla="*/ 2410 h 11737"/>
                    <a:gd name="connsiteX1" fmla="*/ 2410 w 11737"/>
                    <a:gd name="connsiteY1" fmla="*/ 1119 h 11737"/>
                    <a:gd name="connsiteX2" fmla="*/ 1119 w 11737"/>
                    <a:gd name="connsiteY2" fmla="*/ 9327 h 11737"/>
                    <a:gd name="connsiteX3" fmla="*/ 9327 w 11737"/>
                    <a:gd name="connsiteY3" fmla="*/ 10618 h 11737"/>
                    <a:gd name="connsiteX4" fmla="*/ 10618 w 11737"/>
                    <a:gd name="connsiteY4" fmla="*/ 2410 h 11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37" h="11737">
                      <a:moveTo>
                        <a:pt x="10572" y="2410"/>
                      </a:moveTo>
                      <a:cubicBezTo>
                        <a:pt x="8681" y="-218"/>
                        <a:pt x="4992" y="-771"/>
                        <a:pt x="2410" y="1119"/>
                      </a:cubicBezTo>
                      <a:cubicBezTo>
                        <a:pt x="-218" y="3010"/>
                        <a:pt x="-771" y="6699"/>
                        <a:pt x="1119" y="9327"/>
                      </a:cubicBezTo>
                      <a:cubicBezTo>
                        <a:pt x="3010" y="11955"/>
                        <a:pt x="6699" y="12508"/>
                        <a:pt x="9327" y="10618"/>
                      </a:cubicBezTo>
                      <a:cubicBezTo>
                        <a:pt x="11955" y="8727"/>
                        <a:pt x="12508" y="5039"/>
                        <a:pt x="10618" y="2410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7EC7B97A-5A35-4140-A322-8095F7FC4011}"/>
                    </a:ext>
                  </a:extLst>
                </p:cNvPr>
                <p:cNvSpPr/>
                <p:nvPr/>
              </p:nvSpPr>
              <p:spPr>
                <a:xfrm>
                  <a:off x="-1620309" y="5838277"/>
                  <a:ext cx="11737" cy="11737"/>
                </a:xfrm>
                <a:custGeom>
                  <a:avLst/>
                  <a:gdLst>
                    <a:gd name="connsiteX0" fmla="*/ 10618 w 11737"/>
                    <a:gd name="connsiteY0" fmla="*/ 9281 h 11737"/>
                    <a:gd name="connsiteX1" fmla="*/ 9327 w 11737"/>
                    <a:gd name="connsiteY1" fmla="*/ 1119 h 11737"/>
                    <a:gd name="connsiteX2" fmla="*/ 1119 w 11737"/>
                    <a:gd name="connsiteY2" fmla="*/ 2410 h 11737"/>
                    <a:gd name="connsiteX3" fmla="*/ 2410 w 11737"/>
                    <a:gd name="connsiteY3" fmla="*/ 10618 h 11737"/>
                    <a:gd name="connsiteX4" fmla="*/ 10572 w 11737"/>
                    <a:gd name="connsiteY4" fmla="*/ 9327 h 11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37" h="11737">
                      <a:moveTo>
                        <a:pt x="10618" y="9281"/>
                      </a:moveTo>
                      <a:cubicBezTo>
                        <a:pt x="12508" y="6652"/>
                        <a:pt x="11955" y="3010"/>
                        <a:pt x="9327" y="1119"/>
                      </a:cubicBezTo>
                      <a:cubicBezTo>
                        <a:pt x="6699" y="-771"/>
                        <a:pt x="3056" y="-218"/>
                        <a:pt x="1119" y="2410"/>
                      </a:cubicBezTo>
                      <a:cubicBezTo>
                        <a:pt x="-771" y="5039"/>
                        <a:pt x="-218" y="8681"/>
                        <a:pt x="2410" y="10618"/>
                      </a:cubicBezTo>
                      <a:cubicBezTo>
                        <a:pt x="5039" y="12508"/>
                        <a:pt x="8681" y="11955"/>
                        <a:pt x="10572" y="9327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23ED754D-5F28-3045-70B4-FADB1ADEECAD}"/>
                    </a:ext>
                  </a:extLst>
                </p:cNvPr>
                <p:cNvSpPr/>
                <p:nvPr/>
              </p:nvSpPr>
              <p:spPr>
                <a:xfrm>
                  <a:off x="-1629073" y="5810238"/>
                  <a:ext cx="11744" cy="11744"/>
                </a:xfrm>
                <a:custGeom>
                  <a:avLst/>
                  <a:gdLst>
                    <a:gd name="connsiteX0" fmla="*/ 4074 w 11744"/>
                    <a:gd name="connsiteY0" fmla="*/ 11452 h 11744"/>
                    <a:gd name="connsiteX1" fmla="*/ 11452 w 11744"/>
                    <a:gd name="connsiteY1" fmla="*/ 7671 h 11744"/>
                    <a:gd name="connsiteX2" fmla="*/ 7671 w 11744"/>
                    <a:gd name="connsiteY2" fmla="*/ 293 h 11744"/>
                    <a:gd name="connsiteX3" fmla="*/ 293 w 11744"/>
                    <a:gd name="connsiteY3" fmla="*/ 4074 h 11744"/>
                    <a:gd name="connsiteX4" fmla="*/ 4074 w 11744"/>
                    <a:gd name="connsiteY4" fmla="*/ 11452 h 117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44" h="11744">
                      <a:moveTo>
                        <a:pt x="4074" y="11452"/>
                      </a:moveTo>
                      <a:cubicBezTo>
                        <a:pt x="7163" y="12466"/>
                        <a:pt x="10437" y="10760"/>
                        <a:pt x="11452" y="7671"/>
                      </a:cubicBezTo>
                      <a:cubicBezTo>
                        <a:pt x="12466" y="4581"/>
                        <a:pt x="10760" y="1307"/>
                        <a:pt x="7671" y="293"/>
                      </a:cubicBezTo>
                      <a:cubicBezTo>
                        <a:pt x="4581" y="-721"/>
                        <a:pt x="1307" y="985"/>
                        <a:pt x="293" y="4074"/>
                      </a:cubicBezTo>
                      <a:cubicBezTo>
                        <a:pt x="-721" y="7163"/>
                        <a:pt x="985" y="10483"/>
                        <a:pt x="4074" y="11452"/>
                      </a:cubicBezTo>
                      <a:close/>
                    </a:path>
                  </a:pathLst>
                </a:custGeom>
                <a:solidFill>
                  <a:srgbClr val="4A5766"/>
                </a:solidFill>
                <a:ln w="460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48663D3F-B7E5-14CC-7C15-E8580D2A873D}"/>
                  </a:ext>
                </a:extLst>
              </p:cNvPr>
              <p:cNvSpPr/>
              <p:nvPr/>
            </p:nvSpPr>
            <p:spPr>
              <a:xfrm>
                <a:off x="-1426531" y="5243051"/>
                <a:ext cx="573931" cy="600126"/>
              </a:xfrm>
              <a:custGeom>
                <a:avLst/>
                <a:gdLst>
                  <a:gd name="connsiteX0" fmla="*/ 321887 w 573931"/>
                  <a:gd name="connsiteY0" fmla="*/ 600126 h 600126"/>
                  <a:gd name="connsiteX1" fmla="*/ 534779 w 573931"/>
                  <a:gd name="connsiteY1" fmla="*/ 542396 h 600126"/>
                  <a:gd name="connsiteX2" fmla="*/ 572958 w 573931"/>
                  <a:gd name="connsiteY2" fmla="*/ 372987 h 600126"/>
                  <a:gd name="connsiteX3" fmla="*/ 571944 w 573931"/>
                  <a:gd name="connsiteY3" fmla="*/ 328951 h 600126"/>
                  <a:gd name="connsiteX4" fmla="*/ 521130 w 573931"/>
                  <a:gd name="connsiteY4" fmla="*/ 117489 h 600126"/>
                  <a:gd name="connsiteX5" fmla="*/ 323639 w 573931"/>
                  <a:gd name="connsiteY5" fmla="*/ 461 h 600126"/>
                  <a:gd name="connsiteX6" fmla="*/ 296480 w 573931"/>
                  <a:gd name="connsiteY6" fmla="*/ 0 h 600126"/>
                  <a:gd name="connsiteX7" fmla="*/ 39138 w 573931"/>
                  <a:gd name="connsiteY7" fmla="*/ 91114 h 600126"/>
                  <a:gd name="connsiteX8" fmla="*/ 20418 w 573931"/>
                  <a:gd name="connsiteY8" fmla="*/ 349978 h 600126"/>
                  <a:gd name="connsiteX9" fmla="*/ 132097 w 573931"/>
                  <a:gd name="connsiteY9" fmla="*/ 524782 h 600126"/>
                  <a:gd name="connsiteX10" fmla="*/ 321933 w 573931"/>
                  <a:gd name="connsiteY10" fmla="*/ 600080 h 600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3931" h="600126">
                    <a:moveTo>
                      <a:pt x="321887" y="600126"/>
                    </a:moveTo>
                    <a:cubicBezTo>
                      <a:pt x="429094" y="600126"/>
                      <a:pt x="496738" y="581774"/>
                      <a:pt x="534779" y="542396"/>
                    </a:cubicBezTo>
                    <a:cubicBezTo>
                      <a:pt x="577293" y="498407"/>
                      <a:pt x="575171" y="437495"/>
                      <a:pt x="572958" y="372987"/>
                    </a:cubicBezTo>
                    <a:cubicBezTo>
                      <a:pt x="572451" y="358600"/>
                      <a:pt x="571944" y="343707"/>
                      <a:pt x="571944" y="328951"/>
                    </a:cubicBezTo>
                    <a:cubicBezTo>
                      <a:pt x="571944" y="282426"/>
                      <a:pt x="565350" y="193110"/>
                      <a:pt x="521130" y="117489"/>
                    </a:cubicBezTo>
                    <a:cubicBezTo>
                      <a:pt x="478017" y="43759"/>
                      <a:pt x="409727" y="3274"/>
                      <a:pt x="323639" y="461"/>
                    </a:cubicBezTo>
                    <a:cubicBezTo>
                      <a:pt x="314417" y="138"/>
                      <a:pt x="305287" y="0"/>
                      <a:pt x="296480" y="0"/>
                    </a:cubicBezTo>
                    <a:cubicBezTo>
                      <a:pt x="171844" y="0"/>
                      <a:pt x="85249" y="30663"/>
                      <a:pt x="39138" y="91114"/>
                    </a:cubicBezTo>
                    <a:cubicBezTo>
                      <a:pt x="-19975" y="168626"/>
                      <a:pt x="129" y="275971"/>
                      <a:pt x="20418" y="349978"/>
                    </a:cubicBezTo>
                    <a:cubicBezTo>
                      <a:pt x="38585" y="416330"/>
                      <a:pt x="78286" y="478441"/>
                      <a:pt x="132097" y="524782"/>
                    </a:cubicBezTo>
                    <a:cubicBezTo>
                      <a:pt x="188444" y="573336"/>
                      <a:pt x="255857" y="600080"/>
                      <a:pt x="321933" y="60008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46900F94-6351-8D92-E142-55B6AB1D8898}"/>
                  </a:ext>
                </a:extLst>
              </p:cNvPr>
              <p:cNvSpPr/>
              <p:nvPr/>
            </p:nvSpPr>
            <p:spPr>
              <a:xfrm>
                <a:off x="-1408085" y="5261495"/>
                <a:ext cx="537048" cy="563238"/>
              </a:xfrm>
              <a:custGeom>
                <a:avLst/>
                <a:gdLst>
                  <a:gd name="connsiteX0" fmla="*/ 303441 w 537048"/>
                  <a:gd name="connsiteY0" fmla="*/ 563238 h 563238"/>
                  <a:gd name="connsiteX1" fmla="*/ 503053 w 537048"/>
                  <a:gd name="connsiteY1" fmla="*/ 511133 h 563238"/>
                  <a:gd name="connsiteX2" fmla="*/ 536068 w 537048"/>
                  <a:gd name="connsiteY2" fmla="*/ 355188 h 563238"/>
                  <a:gd name="connsiteX3" fmla="*/ 535054 w 537048"/>
                  <a:gd name="connsiteY3" fmla="*/ 310507 h 563238"/>
                  <a:gd name="connsiteX4" fmla="*/ 486776 w 537048"/>
                  <a:gd name="connsiteY4" fmla="*/ 108359 h 563238"/>
                  <a:gd name="connsiteX5" fmla="*/ 304594 w 537048"/>
                  <a:gd name="connsiteY5" fmla="*/ 461 h 563238"/>
                  <a:gd name="connsiteX6" fmla="*/ 278034 w 537048"/>
                  <a:gd name="connsiteY6" fmla="*/ 0 h 563238"/>
                  <a:gd name="connsiteX7" fmla="*/ 35356 w 537048"/>
                  <a:gd name="connsiteY7" fmla="*/ 83875 h 563238"/>
                  <a:gd name="connsiteX8" fmla="*/ 19770 w 537048"/>
                  <a:gd name="connsiteY8" fmla="*/ 326692 h 563238"/>
                  <a:gd name="connsiteX9" fmla="*/ 125732 w 537048"/>
                  <a:gd name="connsiteY9" fmla="*/ 492413 h 563238"/>
                  <a:gd name="connsiteX10" fmla="*/ 303533 w 537048"/>
                  <a:gd name="connsiteY10" fmla="*/ 563238 h 563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37048" h="563238">
                    <a:moveTo>
                      <a:pt x="303441" y="563238"/>
                    </a:moveTo>
                    <a:cubicBezTo>
                      <a:pt x="405299" y="563238"/>
                      <a:pt x="468701" y="546685"/>
                      <a:pt x="503053" y="511133"/>
                    </a:cubicBezTo>
                    <a:cubicBezTo>
                      <a:pt x="540126" y="472770"/>
                      <a:pt x="538235" y="418267"/>
                      <a:pt x="536068" y="355188"/>
                    </a:cubicBezTo>
                    <a:cubicBezTo>
                      <a:pt x="535561" y="340571"/>
                      <a:pt x="535054" y="325585"/>
                      <a:pt x="535054" y="310507"/>
                    </a:cubicBezTo>
                    <a:cubicBezTo>
                      <a:pt x="535054" y="265826"/>
                      <a:pt x="528783" y="180199"/>
                      <a:pt x="486776" y="108359"/>
                    </a:cubicBezTo>
                    <a:cubicBezTo>
                      <a:pt x="447029" y="40347"/>
                      <a:pt x="384042" y="3043"/>
                      <a:pt x="304594" y="461"/>
                    </a:cubicBezTo>
                    <a:cubicBezTo>
                      <a:pt x="295649" y="184"/>
                      <a:pt x="286703" y="0"/>
                      <a:pt x="278034" y="0"/>
                    </a:cubicBezTo>
                    <a:cubicBezTo>
                      <a:pt x="159439" y="0"/>
                      <a:pt x="77823" y="28220"/>
                      <a:pt x="35356" y="83875"/>
                    </a:cubicBezTo>
                    <a:cubicBezTo>
                      <a:pt x="-18824" y="154885"/>
                      <a:pt x="496" y="256466"/>
                      <a:pt x="19770" y="326692"/>
                    </a:cubicBezTo>
                    <a:cubicBezTo>
                      <a:pt x="37015" y="389540"/>
                      <a:pt x="74642" y="448423"/>
                      <a:pt x="125732" y="492413"/>
                    </a:cubicBezTo>
                    <a:cubicBezTo>
                      <a:pt x="178759" y="538108"/>
                      <a:pt x="241884" y="563238"/>
                      <a:pt x="303533" y="56323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20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4BA02EDB-AAF2-436A-677E-2205540BBEB5}"/>
                  </a:ext>
                </a:extLst>
              </p:cNvPr>
              <p:cNvSpPr/>
              <p:nvPr/>
            </p:nvSpPr>
            <p:spPr>
              <a:xfrm>
                <a:off x="-1404269" y="5266825"/>
                <a:ext cx="500641" cy="236012"/>
              </a:xfrm>
              <a:custGeom>
                <a:avLst/>
                <a:gdLst>
                  <a:gd name="connsiteX0" fmla="*/ 46 w 500641"/>
                  <a:gd name="connsiteY0" fmla="*/ 195666 h 236012"/>
                  <a:gd name="connsiteX1" fmla="*/ 42790 w 500641"/>
                  <a:gd name="connsiteY1" fmla="*/ 236012 h 236012"/>
                  <a:gd name="connsiteX2" fmla="*/ 233687 w 500641"/>
                  <a:gd name="connsiteY2" fmla="*/ 236012 h 236012"/>
                  <a:gd name="connsiteX3" fmla="*/ 408907 w 500641"/>
                  <a:gd name="connsiteY3" fmla="*/ 191470 h 236012"/>
                  <a:gd name="connsiteX4" fmla="*/ 469772 w 500641"/>
                  <a:gd name="connsiteY4" fmla="*/ 192530 h 236012"/>
                  <a:gd name="connsiteX5" fmla="*/ 500528 w 500641"/>
                  <a:gd name="connsiteY5" fmla="*/ 163388 h 236012"/>
                  <a:gd name="connsiteX6" fmla="*/ 498545 w 500641"/>
                  <a:gd name="connsiteY6" fmla="*/ 154673 h 236012"/>
                  <a:gd name="connsiteX7" fmla="*/ 297642 w 500641"/>
                  <a:gd name="connsiteY7" fmla="*/ 434 h 236012"/>
                  <a:gd name="connsiteX8" fmla="*/ 2259 w 500641"/>
                  <a:gd name="connsiteY8" fmla="*/ 163388 h 236012"/>
                  <a:gd name="connsiteX9" fmla="*/ 0 w 500641"/>
                  <a:gd name="connsiteY9" fmla="*/ 195619 h 236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00641" h="236012">
                    <a:moveTo>
                      <a:pt x="46" y="195666"/>
                    </a:moveTo>
                    <a:cubicBezTo>
                      <a:pt x="-138" y="218029"/>
                      <a:pt x="20427" y="236012"/>
                      <a:pt x="42790" y="236012"/>
                    </a:cubicBezTo>
                    <a:lnTo>
                      <a:pt x="233687" y="236012"/>
                    </a:lnTo>
                    <a:cubicBezTo>
                      <a:pt x="324386" y="236012"/>
                      <a:pt x="334761" y="191470"/>
                      <a:pt x="408907" y="191470"/>
                    </a:cubicBezTo>
                    <a:cubicBezTo>
                      <a:pt x="416469" y="191470"/>
                      <a:pt x="440723" y="191931"/>
                      <a:pt x="469772" y="192530"/>
                    </a:cubicBezTo>
                    <a:cubicBezTo>
                      <a:pt x="488954" y="192945"/>
                      <a:pt x="502004" y="180265"/>
                      <a:pt x="500528" y="163388"/>
                    </a:cubicBezTo>
                    <a:cubicBezTo>
                      <a:pt x="500298" y="160622"/>
                      <a:pt x="499652" y="157625"/>
                      <a:pt x="498545" y="154673"/>
                    </a:cubicBezTo>
                    <a:cubicBezTo>
                      <a:pt x="468620" y="72505"/>
                      <a:pt x="407800" y="4031"/>
                      <a:pt x="297642" y="434"/>
                    </a:cubicBezTo>
                    <a:cubicBezTo>
                      <a:pt x="82491" y="-6621"/>
                      <a:pt x="14801" y="73335"/>
                      <a:pt x="2259" y="163388"/>
                    </a:cubicBezTo>
                    <a:cubicBezTo>
                      <a:pt x="830" y="174040"/>
                      <a:pt x="92" y="184830"/>
                      <a:pt x="0" y="195619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555F2E90-911E-3904-A587-C81E83C4BEC9}"/>
                  </a:ext>
                </a:extLst>
              </p:cNvPr>
              <p:cNvSpPr/>
              <p:nvPr/>
            </p:nvSpPr>
            <p:spPr>
              <a:xfrm>
                <a:off x="-846037" y="5390717"/>
                <a:ext cx="42883" cy="81111"/>
              </a:xfrm>
              <a:custGeom>
                <a:avLst/>
                <a:gdLst>
                  <a:gd name="connsiteX0" fmla="*/ 1778 w 42883"/>
                  <a:gd name="connsiteY0" fmla="*/ 37375 h 81111"/>
                  <a:gd name="connsiteX1" fmla="*/ 34839 w 42883"/>
                  <a:gd name="connsiteY1" fmla="*/ 80857 h 81111"/>
                  <a:gd name="connsiteX2" fmla="*/ 37191 w 42883"/>
                  <a:gd name="connsiteY2" fmla="*/ 29905 h 81111"/>
                  <a:gd name="connsiteX3" fmla="*/ 17548 w 42883"/>
                  <a:gd name="connsiteY3" fmla="*/ 625 h 81111"/>
                  <a:gd name="connsiteX4" fmla="*/ 1778 w 42883"/>
                  <a:gd name="connsiteY4" fmla="*/ 37329 h 81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883" h="81111">
                    <a:moveTo>
                      <a:pt x="1778" y="37375"/>
                    </a:moveTo>
                    <a:cubicBezTo>
                      <a:pt x="7542" y="64119"/>
                      <a:pt x="22343" y="83578"/>
                      <a:pt x="34839" y="80857"/>
                    </a:cubicBezTo>
                    <a:cubicBezTo>
                      <a:pt x="47335" y="78183"/>
                      <a:pt x="42955" y="56649"/>
                      <a:pt x="37191" y="29905"/>
                    </a:cubicBezTo>
                    <a:cubicBezTo>
                      <a:pt x="31427" y="3161"/>
                      <a:pt x="30044" y="-2049"/>
                      <a:pt x="17548" y="625"/>
                    </a:cubicBezTo>
                    <a:cubicBezTo>
                      <a:pt x="5052" y="3300"/>
                      <a:pt x="-3986" y="10585"/>
                      <a:pt x="1778" y="37329"/>
                    </a:cubicBezTo>
                    <a:close/>
                  </a:path>
                </a:pathLst>
              </a:custGeom>
              <a:solidFill>
                <a:schemeClr val="tx2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CE698985-F783-6BDB-B7F1-E89081C5AE6E}"/>
                  </a:ext>
                </a:extLst>
              </p:cNvPr>
              <p:cNvSpPr/>
              <p:nvPr/>
            </p:nvSpPr>
            <p:spPr>
              <a:xfrm>
                <a:off x="-1401410" y="5525892"/>
                <a:ext cx="139068" cy="12265"/>
              </a:xfrm>
              <a:custGeom>
                <a:avLst/>
                <a:gdLst>
                  <a:gd name="connsiteX0" fmla="*/ 0 w 139068"/>
                  <a:gd name="connsiteY0" fmla="*/ 6133 h 12265"/>
                  <a:gd name="connsiteX1" fmla="*/ 6133 w 139068"/>
                  <a:gd name="connsiteY1" fmla="*/ 12265 h 12265"/>
                  <a:gd name="connsiteX2" fmla="*/ 132936 w 139068"/>
                  <a:gd name="connsiteY2" fmla="*/ 12265 h 12265"/>
                  <a:gd name="connsiteX3" fmla="*/ 139069 w 139068"/>
                  <a:gd name="connsiteY3" fmla="*/ 6133 h 12265"/>
                  <a:gd name="connsiteX4" fmla="*/ 139069 w 139068"/>
                  <a:gd name="connsiteY4" fmla="*/ 6133 h 12265"/>
                  <a:gd name="connsiteX5" fmla="*/ 132936 w 139068"/>
                  <a:gd name="connsiteY5" fmla="*/ 0 h 12265"/>
                  <a:gd name="connsiteX6" fmla="*/ 6133 w 139068"/>
                  <a:gd name="connsiteY6" fmla="*/ 0 h 12265"/>
                  <a:gd name="connsiteX7" fmla="*/ 0 w 139068"/>
                  <a:gd name="connsiteY7" fmla="*/ 6133 h 12265"/>
                  <a:gd name="connsiteX8" fmla="*/ 0 w 139068"/>
                  <a:gd name="connsiteY8" fmla="*/ 6133 h 12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9068" h="12265">
                    <a:moveTo>
                      <a:pt x="0" y="6133"/>
                    </a:moveTo>
                    <a:cubicBezTo>
                      <a:pt x="0" y="9545"/>
                      <a:pt x="2767" y="12265"/>
                      <a:pt x="6133" y="12265"/>
                    </a:cubicBezTo>
                    <a:lnTo>
                      <a:pt x="132936" y="12265"/>
                    </a:lnTo>
                    <a:cubicBezTo>
                      <a:pt x="136348" y="12265"/>
                      <a:pt x="139069" y="9499"/>
                      <a:pt x="139069" y="6133"/>
                    </a:cubicBezTo>
                    <a:lnTo>
                      <a:pt x="139069" y="6133"/>
                    </a:lnTo>
                    <a:cubicBezTo>
                      <a:pt x="139069" y="2721"/>
                      <a:pt x="136302" y="0"/>
                      <a:pt x="132936" y="0"/>
                    </a:cubicBezTo>
                    <a:lnTo>
                      <a:pt x="6133" y="0"/>
                    </a:lnTo>
                    <a:cubicBezTo>
                      <a:pt x="2720" y="0"/>
                      <a:pt x="0" y="2767"/>
                      <a:pt x="0" y="6133"/>
                    </a:cubicBezTo>
                    <a:lnTo>
                      <a:pt x="0" y="6133"/>
                    </a:lnTo>
                    <a:close/>
                  </a:path>
                </a:pathLst>
              </a:custGeom>
              <a:solidFill>
                <a:srgbClr val="FFFFFF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1280ABCC-681D-9212-A9EA-FDECC84E7541}"/>
                  </a:ext>
                </a:extLst>
              </p:cNvPr>
              <p:cNvSpPr/>
              <p:nvPr/>
            </p:nvSpPr>
            <p:spPr>
              <a:xfrm>
                <a:off x="-1404224" y="5430213"/>
                <a:ext cx="500596" cy="72623"/>
              </a:xfrm>
              <a:custGeom>
                <a:avLst/>
                <a:gdLst>
                  <a:gd name="connsiteX0" fmla="*/ 1 w 500596"/>
                  <a:gd name="connsiteY0" fmla="*/ 32277 h 72623"/>
                  <a:gd name="connsiteX1" fmla="*/ 42746 w 500596"/>
                  <a:gd name="connsiteY1" fmla="*/ 72624 h 72623"/>
                  <a:gd name="connsiteX2" fmla="*/ 233642 w 500596"/>
                  <a:gd name="connsiteY2" fmla="*/ 72624 h 72623"/>
                  <a:gd name="connsiteX3" fmla="*/ 408862 w 500596"/>
                  <a:gd name="connsiteY3" fmla="*/ 28081 h 72623"/>
                  <a:gd name="connsiteX4" fmla="*/ 469728 w 500596"/>
                  <a:gd name="connsiteY4" fmla="*/ 29142 h 72623"/>
                  <a:gd name="connsiteX5" fmla="*/ 500483 w 500596"/>
                  <a:gd name="connsiteY5" fmla="*/ 0 h 72623"/>
                  <a:gd name="connsiteX6" fmla="*/ 2261 w 500596"/>
                  <a:gd name="connsiteY6" fmla="*/ 0 h 72623"/>
                  <a:gd name="connsiteX7" fmla="*/ 1 w 500596"/>
                  <a:gd name="connsiteY7" fmla="*/ 32231 h 72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0596" h="72623">
                    <a:moveTo>
                      <a:pt x="1" y="32277"/>
                    </a:moveTo>
                    <a:cubicBezTo>
                      <a:pt x="-183" y="54641"/>
                      <a:pt x="20382" y="72624"/>
                      <a:pt x="42746" y="72624"/>
                    </a:cubicBezTo>
                    <a:lnTo>
                      <a:pt x="233642" y="72624"/>
                    </a:lnTo>
                    <a:cubicBezTo>
                      <a:pt x="324342" y="72624"/>
                      <a:pt x="334716" y="28081"/>
                      <a:pt x="408862" y="28081"/>
                    </a:cubicBezTo>
                    <a:cubicBezTo>
                      <a:pt x="416424" y="28081"/>
                      <a:pt x="440678" y="28542"/>
                      <a:pt x="469728" y="29142"/>
                    </a:cubicBezTo>
                    <a:cubicBezTo>
                      <a:pt x="488909" y="29557"/>
                      <a:pt x="501959" y="16876"/>
                      <a:pt x="500483" y="0"/>
                    </a:cubicBezTo>
                    <a:lnTo>
                      <a:pt x="2261" y="0"/>
                    </a:lnTo>
                    <a:cubicBezTo>
                      <a:pt x="831" y="10652"/>
                      <a:pt x="93" y="21441"/>
                      <a:pt x="1" y="32231"/>
                    </a:cubicBezTo>
                    <a:close/>
                  </a:path>
                </a:pathLst>
              </a:custGeom>
              <a:solidFill>
                <a:schemeClr val="tx2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E95BC86A-D8AB-14B5-1A4D-B1014C26FE86}"/>
                  </a:ext>
                </a:extLst>
              </p:cNvPr>
              <p:cNvSpPr/>
              <p:nvPr/>
            </p:nvSpPr>
            <p:spPr>
              <a:xfrm>
                <a:off x="-1331830" y="5338039"/>
                <a:ext cx="87517" cy="134596"/>
              </a:xfrm>
              <a:custGeom>
                <a:avLst/>
                <a:gdLst>
                  <a:gd name="connsiteX0" fmla="*/ 0 w 87517"/>
                  <a:gd name="connsiteY0" fmla="*/ 43759 h 134596"/>
                  <a:gd name="connsiteX1" fmla="*/ 43759 w 87517"/>
                  <a:gd name="connsiteY1" fmla="*/ 0 h 134596"/>
                  <a:gd name="connsiteX2" fmla="*/ 43759 w 87517"/>
                  <a:gd name="connsiteY2" fmla="*/ 0 h 134596"/>
                  <a:gd name="connsiteX3" fmla="*/ 87517 w 87517"/>
                  <a:gd name="connsiteY3" fmla="*/ 43759 h 134596"/>
                  <a:gd name="connsiteX4" fmla="*/ 87517 w 87517"/>
                  <a:gd name="connsiteY4" fmla="*/ 90837 h 134596"/>
                  <a:gd name="connsiteX5" fmla="*/ 43759 w 87517"/>
                  <a:gd name="connsiteY5" fmla="*/ 134596 h 134596"/>
                  <a:gd name="connsiteX6" fmla="*/ 43759 w 87517"/>
                  <a:gd name="connsiteY6" fmla="*/ 134596 h 134596"/>
                  <a:gd name="connsiteX7" fmla="*/ 0 w 87517"/>
                  <a:gd name="connsiteY7" fmla="*/ 90837 h 134596"/>
                  <a:gd name="connsiteX8" fmla="*/ 0 w 87517"/>
                  <a:gd name="connsiteY8" fmla="*/ 43759 h 134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517" h="134596">
                    <a:moveTo>
                      <a:pt x="0" y="43759"/>
                    </a:moveTo>
                    <a:cubicBezTo>
                      <a:pt x="0" y="19597"/>
                      <a:pt x="19597" y="0"/>
                      <a:pt x="43759" y="0"/>
                    </a:cubicBezTo>
                    <a:lnTo>
                      <a:pt x="43759" y="0"/>
                    </a:lnTo>
                    <a:cubicBezTo>
                      <a:pt x="67921" y="0"/>
                      <a:pt x="87517" y="19597"/>
                      <a:pt x="87517" y="43759"/>
                    </a:cubicBezTo>
                    <a:lnTo>
                      <a:pt x="87517" y="90837"/>
                    </a:lnTo>
                    <a:cubicBezTo>
                      <a:pt x="87517" y="114999"/>
                      <a:pt x="67921" y="134596"/>
                      <a:pt x="43759" y="134596"/>
                    </a:cubicBezTo>
                    <a:lnTo>
                      <a:pt x="43759" y="134596"/>
                    </a:lnTo>
                    <a:cubicBezTo>
                      <a:pt x="19597" y="134596"/>
                      <a:pt x="0" y="114999"/>
                      <a:pt x="0" y="90837"/>
                    </a:cubicBezTo>
                    <a:lnTo>
                      <a:pt x="0" y="43759"/>
                    </a:lnTo>
                    <a:close/>
                  </a:path>
                </a:pathLst>
              </a:custGeom>
              <a:solidFill>
                <a:schemeClr val="tx2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4263353-678D-522F-C12B-389C4E0F5F50}"/>
                  </a:ext>
                </a:extLst>
              </p:cNvPr>
              <p:cNvSpPr/>
              <p:nvPr/>
            </p:nvSpPr>
            <p:spPr>
              <a:xfrm>
                <a:off x="-1762454" y="5528613"/>
                <a:ext cx="390416" cy="145616"/>
              </a:xfrm>
              <a:custGeom>
                <a:avLst/>
                <a:gdLst>
                  <a:gd name="connsiteX0" fmla="*/ 0 w 390416"/>
                  <a:gd name="connsiteY0" fmla="*/ 82953 h 145616"/>
                  <a:gd name="connsiteX1" fmla="*/ 101766 w 390416"/>
                  <a:gd name="connsiteY1" fmla="*/ 32600 h 145616"/>
                  <a:gd name="connsiteX2" fmla="*/ 390416 w 390416"/>
                  <a:gd name="connsiteY2" fmla="*/ 145617 h 145616"/>
                  <a:gd name="connsiteX3" fmla="*/ 351730 w 390416"/>
                  <a:gd name="connsiteY3" fmla="*/ 0 h 145616"/>
                  <a:gd name="connsiteX4" fmla="*/ 77558 w 390416"/>
                  <a:gd name="connsiteY4" fmla="*/ 738 h 145616"/>
                  <a:gd name="connsiteX5" fmla="*/ 27021 w 390416"/>
                  <a:gd name="connsiteY5" fmla="*/ 14525 h 145616"/>
                  <a:gd name="connsiteX6" fmla="*/ 0 w 390416"/>
                  <a:gd name="connsiteY6" fmla="*/ 82953 h 145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0416" h="145616">
                    <a:moveTo>
                      <a:pt x="0" y="82953"/>
                    </a:moveTo>
                    <a:cubicBezTo>
                      <a:pt x="26329" y="56854"/>
                      <a:pt x="67828" y="39470"/>
                      <a:pt x="101766" y="32600"/>
                    </a:cubicBezTo>
                    <a:cubicBezTo>
                      <a:pt x="311937" y="-9822"/>
                      <a:pt x="388342" y="141467"/>
                      <a:pt x="390416" y="145617"/>
                    </a:cubicBezTo>
                    <a:lnTo>
                      <a:pt x="351730" y="0"/>
                    </a:lnTo>
                    <a:cubicBezTo>
                      <a:pt x="351730" y="0"/>
                      <a:pt x="103057" y="4288"/>
                      <a:pt x="77558" y="738"/>
                    </a:cubicBezTo>
                    <a:cubicBezTo>
                      <a:pt x="56393" y="-2213"/>
                      <a:pt x="39839" y="4012"/>
                      <a:pt x="27021" y="14525"/>
                    </a:cubicBezTo>
                    <a:cubicBezTo>
                      <a:pt x="17338" y="32600"/>
                      <a:pt x="8899" y="55932"/>
                      <a:pt x="0" y="82953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837D8694-7C11-BE0F-DCC3-3B6194405279}"/>
                  </a:ext>
                </a:extLst>
              </p:cNvPr>
              <p:cNvSpPr/>
              <p:nvPr/>
            </p:nvSpPr>
            <p:spPr>
              <a:xfrm>
                <a:off x="-1495225" y="5469130"/>
                <a:ext cx="78690" cy="97984"/>
              </a:xfrm>
              <a:custGeom>
                <a:avLst/>
                <a:gdLst>
                  <a:gd name="connsiteX0" fmla="*/ 68685 w 78690"/>
                  <a:gd name="connsiteY0" fmla="*/ 46 h 97984"/>
                  <a:gd name="connsiteX1" fmla="*/ 19900 w 78690"/>
                  <a:gd name="connsiteY1" fmla="*/ 60405 h 97984"/>
                  <a:gd name="connsiteX2" fmla="*/ 23358 w 78690"/>
                  <a:gd name="connsiteY2" fmla="*/ 62848 h 97984"/>
                  <a:gd name="connsiteX3" fmla="*/ 78690 w 78690"/>
                  <a:gd name="connsiteY3" fmla="*/ 97985 h 97984"/>
                  <a:gd name="connsiteX4" fmla="*/ 68685 w 78690"/>
                  <a:gd name="connsiteY4" fmla="*/ 0 h 97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690" h="97984">
                    <a:moveTo>
                      <a:pt x="68685" y="46"/>
                    </a:moveTo>
                    <a:cubicBezTo>
                      <a:pt x="68685" y="46"/>
                      <a:pt x="66610" y="53903"/>
                      <a:pt x="19900" y="60405"/>
                    </a:cubicBezTo>
                    <a:cubicBezTo>
                      <a:pt x="-26810" y="66906"/>
                      <a:pt x="23358" y="62848"/>
                      <a:pt x="23358" y="62848"/>
                    </a:cubicBezTo>
                    <a:lnTo>
                      <a:pt x="78690" y="97985"/>
                    </a:lnTo>
                    <a:lnTo>
                      <a:pt x="68685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6C3E1ACE-745C-BFEF-449C-C28D852C95BE}"/>
                  </a:ext>
                </a:extLst>
              </p:cNvPr>
              <p:cNvSpPr/>
              <p:nvPr/>
            </p:nvSpPr>
            <p:spPr>
              <a:xfrm>
                <a:off x="-930024" y="5264078"/>
                <a:ext cx="485772" cy="331441"/>
              </a:xfrm>
              <a:custGeom>
                <a:avLst/>
                <a:gdLst>
                  <a:gd name="connsiteX0" fmla="*/ 329505 w 485772"/>
                  <a:gd name="connsiteY0" fmla="*/ 199981 h 331441"/>
                  <a:gd name="connsiteX1" fmla="*/ 332548 w 485772"/>
                  <a:gd name="connsiteY1" fmla="*/ 202563 h 331441"/>
                  <a:gd name="connsiteX2" fmla="*/ 485773 w 485772"/>
                  <a:gd name="connsiteY2" fmla="*/ 331441 h 331441"/>
                  <a:gd name="connsiteX3" fmla="*/ 293539 w 485772"/>
                  <a:gd name="connsiteY3" fmla="*/ 261815 h 331441"/>
                  <a:gd name="connsiteX4" fmla="*/ 209111 w 485772"/>
                  <a:gd name="connsiteY4" fmla="*/ 216765 h 331441"/>
                  <a:gd name="connsiteX5" fmla="*/ 209111 w 485772"/>
                  <a:gd name="connsiteY5" fmla="*/ 216765 h 331441"/>
                  <a:gd name="connsiteX6" fmla="*/ 157190 w 485772"/>
                  <a:gd name="connsiteY6" fmla="*/ 189560 h 331441"/>
                  <a:gd name="connsiteX7" fmla="*/ 126850 w 485772"/>
                  <a:gd name="connsiteY7" fmla="*/ 198782 h 331441"/>
                  <a:gd name="connsiteX8" fmla="*/ 119887 w 485772"/>
                  <a:gd name="connsiteY8" fmla="*/ 150827 h 331441"/>
                  <a:gd name="connsiteX9" fmla="*/ 164476 w 485772"/>
                  <a:gd name="connsiteY9" fmla="*/ 149259 h 331441"/>
                  <a:gd name="connsiteX10" fmla="*/ 83921 w 485772"/>
                  <a:gd name="connsiteY10" fmla="*/ 63909 h 331441"/>
                  <a:gd name="connsiteX11" fmla="*/ 0 w 485772"/>
                  <a:gd name="connsiteY11" fmla="*/ 0 h 331441"/>
                  <a:gd name="connsiteX12" fmla="*/ 329459 w 485772"/>
                  <a:gd name="connsiteY12" fmla="*/ 199981 h 331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85772" h="331441">
                    <a:moveTo>
                      <a:pt x="329505" y="199981"/>
                    </a:moveTo>
                    <a:cubicBezTo>
                      <a:pt x="330519" y="200857"/>
                      <a:pt x="331534" y="201687"/>
                      <a:pt x="332548" y="202563"/>
                    </a:cubicBezTo>
                    <a:cubicBezTo>
                      <a:pt x="390555" y="252685"/>
                      <a:pt x="444135" y="281273"/>
                      <a:pt x="485773" y="331441"/>
                    </a:cubicBezTo>
                    <a:cubicBezTo>
                      <a:pt x="475398" y="319775"/>
                      <a:pt x="411996" y="254806"/>
                      <a:pt x="293539" y="261815"/>
                    </a:cubicBezTo>
                    <a:cubicBezTo>
                      <a:pt x="250979" y="264305"/>
                      <a:pt x="229999" y="246368"/>
                      <a:pt x="209111" y="216765"/>
                    </a:cubicBezTo>
                    <a:lnTo>
                      <a:pt x="209111" y="216765"/>
                    </a:lnTo>
                    <a:cubicBezTo>
                      <a:pt x="209111" y="216765"/>
                      <a:pt x="190759" y="185686"/>
                      <a:pt x="157190" y="189560"/>
                    </a:cubicBezTo>
                    <a:cubicBezTo>
                      <a:pt x="136856" y="191865"/>
                      <a:pt x="126850" y="198782"/>
                      <a:pt x="126850" y="198782"/>
                    </a:cubicBezTo>
                    <a:lnTo>
                      <a:pt x="119887" y="150827"/>
                    </a:lnTo>
                    <a:cubicBezTo>
                      <a:pt x="119887" y="150827"/>
                      <a:pt x="170516" y="171116"/>
                      <a:pt x="164476" y="149259"/>
                    </a:cubicBezTo>
                    <a:cubicBezTo>
                      <a:pt x="145340" y="122561"/>
                      <a:pt x="120532" y="93281"/>
                      <a:pt x="83921" y="63909"/>
                    </a:cubicBezTo>
                    <a:cubicBezTo>
                      <a:pt x="44589" y="32369"/>
                      <a:pt x="17937" y="12496"/>
                      <a:pt x="0" y="0"/>
                    </a:cubicBezTo>
                    <a:cubicBezTo>
                      <a:pt x="210955" y="60773"/>
                      <a:pt x="317332" y="189698"/>
                      <a:pt x="329459" y="199981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6E605C3D-5164-0DC0-22D9-2358A490AB8C}"/>
                  </a:ext>
                </a:extLst>
              </p:cNvPr>
              <p:cNvSpPr/>
              <p:nvPr/>
            </p:nvSpPr>
            <p:spPr>
              <a:xfrm>
                <a:off x="-860804" y="5504462"/>
                <a:ext cx="134528" cy="178989"/>
              </a:xfrm>
              <a:custGeom>
                <a:avLst/>
                <a:gdLst>
                  <a:gd name="connsiteX0" fmla="*/ 8154 w 134528"/>
                  <a:gd name="connsiteY0" fmla="*/ 178943 h 178989"/>
                  <a:gd name="connsiteX1" fmla="*/ 105354 w 134528"/>
                  <a:gd name="connsiteY1" fmla="*/ 70584 h 178989"/>
                  <a:gd name="connsiteX2" fmla="*/ 36143 w 134528"/>
                  <a:gd name="connsiteY2" fmla="*/ 24151 h 178989"/>
                  <a:gd name="connsiteX3" fmla="*/ 2620 w 134528"/>
                  <a:gd name="connsiteY3" fmla="*/ 7597 h 178989"/>
                  <a:gd name="connsiteX4" fmla="*/ 8108 w 134528"/>
                  <a:gd name="connsiteY4" fmla="*/ 178989 h 178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528" h="178989">
                    <a:moveTo>
                      <a:pt x="8154" y="178943"/>
                    </a:moveTo>
                    <a:cubicBezTo>
                      <a:pt x="8154" y="178943"/>
                      <a:pt x="28534" y="107472"/>
                      <a:pt x="105354" y="70584"/>
                    </a:cubicBezTo>
                    <a:cubicBezTo>
                      <a:pt x="182220" y="33696"/>
                      <a:pt x="88801" y="-37360"/>
                      <a:pt x="36143" y="24151"/>
                    </a:cubicBezTo>
                    <a:cubicBezTo>
                      <a:pt x="36143" y="24151"/>
                      <a:pt x="10828" y="56290"/>
                      <a:pt x="2620" y="7597"/>
                    </a:cubicBezTo>
                    <a:cubicBezTo>
                      <a:pt x="-5587" y="-41095"/>
                      <a:pt x="8108" y="178989"/>
                      <a:pt x="8108" y="17898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42EA73B3-ABE9-CD44-A293-C8D66094016F}"/>
                  </a:ext>
                </a:extLst>
              </p:cNvPr>
              <p:cNvSpPr/>
              <p:nvPr/>
            </p:nvSpPr>
            <p:spPr>
              <a:xfrm>
                <a:off x="-957506" y="5256654"/>
                <a:ext cx="360029" cy="209940"/>
              </a:xfrm>
              <a:custGeom>
                <a:avLst/>
                <a:gdLst>
                  <a:gd name="connsiteX0" fmla="*/ 313274 w 360029"/>
                  <a:gd name="connsiteY0" fmla="*/ 204499 h 209940"/>
                  <a:gd name="connsiteX1" fmla="*/ 324525 w 360029"/>
                  <a:gd name="connsiteY1" fmla="*/ 209940 h 209940"/>
                  <a:gd name="connsiteX2" fmla="*/ 360030 w 360029"/>
                  <a:gd name="connsiteY2" fmla="*/ 209940 h 209940"/>
                  <a:gd name="connsiteX3" fmla="*/ 356986 w 360029"/>
                  <a:gd name="connsiteY3" fmla="*/ 207358 h 209940"/>
                  <a:gd name="connsiteX4" fmla="*/ 0 w 360029"/>
                  <a:gd name="connsiteY4" fmla="*/ 0 h 209940"/>
                  <a:gd name="connsiteX5" fmla="*/ 313228 w 360029"/>
                  <a:gd name="connsiteY5" fmla="*/ 204499 h 209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0029" h="209940">
                    <a:moveTo>
                      <a:pt x="313274" y="204499"/>
                    </a:moveTo>
                    <a:cubicBezTo>
                      <a:pt x="315718" y="207451"/>
                      <a:pt x="320698" y="209940"/>
                      <a:pt x="324525" y="209940"/>
                    </a:cubicBezTo>
                    <a:lnTo>
                      <a:pt x="360030" y="209940"/>
                    </a:lnTo>
                    <a:cubicBezTo>
                      <a:pt x="359015" y="209018"/>
                      <a:pt x="358001" y="208188"/>
                      <a:pt x="356986" y="207358"/>
                    </a:cubicBezTo>
                    <a:cubicBezTo>
                      <a:pt x="344352" y="196615"/>
                      <a:pt x="229261" y="56992"/>
                      <a:pt x="0" y="0"/>
                    </a:cubicBezTo>
                    <a:cubicBezTo>
                      <a:pt x="193479" y="68197"/>
                      <a:pt x="292248" y="178816"/>
                      <a:pt x="313228" y="204499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00C0DC15-474D-2E92-EA21-833A105A5ACB}"/>
                  </a:ext>
                </a:extLst>
              </p:cNvPr>
              <p:cNvSpPr/>
              <p:nvPr/>
            </p:nvSpPr>
            <p:spPr>
              <a:xfrm>
                <a:off x="-1662625" y="5246002"/>
                <a:ext cx="330841" cy="258534"/>
              </a:xfrm>
              <a:custGeom>
                <a:avLst/>
                <a:gdLst>
                  <a:gd name="connsiteX0" fmla="*/ 0 w 330841"/>
                  <a:gd name="connsiteY0" fmla="*/ 256835 h 258534"/>
                  <a:gd name="connsiteX1" fmla="*/ 67459 w 330841"/>
                  <a:gd name="connsiteY1" fmla="*/ 258449 h 258534"/>
                  <a:gd name="connsiteX2" fmla="*/ 152210 w 330841"/>
                  <a:gd name="connsiteY2" fmla="*/ 144049 h 258534"/>
                  <a:gd name="connsiteX3" fmla="*/ 330842 w 330841"/>
                  <a:gd name="connsiteY3" fmla="*/ 0 h 258534"/>
                  <a:gd name="connsiteX4" fmla="*/ 217456 w 330841"/>
                  <a:gd name="connsiteY4" fmla="*/ 31217 h 258534"/>
                  <a:gd name="connsiteX5" fmla="*/ 46 w 330841"/>
                  <a:gd name="connsiteY5" fmla="*/ 256835 h 25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841" h="258534">
                    <a:moveTo>
                      <a:pt x="0" y="256835"/>
                    </a:moveTo>
                    <a:cubicBezTo>
                      <a:pt x="0" y="256835"/>
                      <a:pt x="59713" y="258310"/>
                      <a:pt x="67459" y="258449"/>
                    </a:cubicBezTo>
                    <a:cubicBezTo>
                      <a:pt x="133259" y="259740"/>
                      <a:pt x="101535" y="247613"/>
                      <a:pt x="152210" y="144049"/>
                    </a:cubicBezTo>
                    <a:cubicBezTo>
                      <a:pt x="215059" y="15539"/>
                      <a:pt x="330842" y="0"/>
                      <a:pt x="330842" y="0"/>
                    </a:cubicBezTo>
                    <a:cubicBezTo>
                      <a:pt x="288743" y="7332"/>
                      <a:pt x="251301" y="17752"/>
                      <a:pt x="217456" y="31217"/>
                    </a:cubicBezTo>
                    <a:cubicBezTo>
                      <a:pt x="116014" y="71517"/>
                      <a:pt x="100705" y="216350"/>
                      <a:pt x="46" y="256835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E124E0F7-C4B3-010C-4110-4585DB7664FC}"/>
                  </a:ext>
                </a:extLst>
              </p:cNvPr>
              <p:cNvSpPr/>
              <p:nvPr/>
            </p:nvSpPr>
            <p:spPr>
              <a:xfrm>
                <a:off x="-1691905" y="5277173"/>
                <a:ext cx="246690" cy="225664"/>
              </a:xfrm>
              <a:custGeom>
                <a:avLst/>
                <a:gdLst>
                  <a:gd name="connsiteX0" fmla="*/ 72070 w 246690"/>
                  <a:gd name="connsiteY0" fmla="*/ 225664 h 225664"/>
                  <a:gd name="connsiteX1" fmla="*/ 113247 w 246690"/>
                  <a:gd name="connsiteY1" fmla="*/ 191542 h 225664"/>
                  <a:gd name="connsiteX2" fmla="*/ 246690 w 246690"/>
                  <a:gd name="connsiteY2" fmla="*/ 0 h 225664"/>
                  <a:gd name="connsiteX3" fmla="*/ 0 w 246690"/>
                  <a:gd name="connsiteY3" fmla="*/ 225618 h 225664"/>
                  <a:gd name="connsiteX4" fmla="*/ 72117 w 246690"/>
                  <a:gd name="connsiteY4" fmla="*/ 225618 h 225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6690" h="225664">
                    <a:moveTo>
                      <a:pt x="72070" y="225664"/>
                    </a:moveTo>
                    <a:cubicBezTo>
                      <a:pt x="91252" y="225664"/>
                      <a:pt x="108405" y="210125"/>
                      <a:pt x="113247" y="191542"/>
                    </a:cubicBezTo>
                    <a:cubicBezTo>
                      <a:pt x="135979" y="103794"/>
                      <a:pt x="201226" y="37349"/>
                      <a:pt x="246690" y="0"/>
                    </a:cubicBezTo>
                    <a:cubicBezTo>
                      <a:pt x="137363" y="43436"/>
                      <a:pt x="66122" y="118688"/>
                      <a:pt x="0" y="225618"/>
                    </a:cubicBezTo>
                    <a:lnTo>
                      <a:pt x="72117" y="225618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9AC194BE-3324-7107-3718-21F407968338}"/>
                </a:ext>
              </a:extLst>
            </p:cNvPr>
            <p:cNvCxnSpPr>
              <a:cxnSpLocks/>
            </p:cNvCxnSpPr>
            <p:nvPr/>
          </p:nvCxnSpPr>
          <p:spPr>
            <a:xfrm>
              <a:off x="332012" y="5484728"/>
              <a:ext cx="564718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9F57737-DB64-AF67-8DB1-39158C2B2E90}"/>
                </a:ext>
              </a:extLst>
            </p:cNvPr>
            <p:cNvCxnSpPr>
              <a:cxnSpLocks/>
            </p:cNvCxnSpPr>
            <p:nvPr/>
          </p:nvCxnSpPr>
          <p:spPr>
            <a:xfrm>
              <a:off x="191589" y="5558748"/>
              <a:ext cx="455023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8F85BA2-6AF1-F039-3C95-FE5CB827B12D}"/>
                </a:ext>
              </a:extLst>
            </p:cNvPr>
            <p:cNvCxnSpPr>
              <a:cxnSpLocks/>
            </p:cNvCxnSpPr>
            <p:nvPr/>
          </p:nvCxnSpPr>
          <p:spPr>
            <a:xfrm>
              <a:off x="427810" y="5647662"/>
              <a:ext cx="23622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56C1A64-31B6-0722-082A-8CD20B8170D6}"/>
                </a:ext>
              </a:extLst>
            </p:cNvPr>
            <p:cNvCxnSpPr>
              <a:cxnSpLocks/>
            </p:cNvCxnSpPr>
            <p:nvPr/>
          </p:nvCxnSpPr>
          <p:spPr>
            <a:xfrm>
              <a:off x="540770" y="5410707"/>
              <a:ext cx="425631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3D35D2-38E7-75DD-3E6A-EFFC62C984C3}"/>
              </a:ext>
            </a:extLst>
          </p:cNvPr>
          <p:cNvCxnSpPr>
            <a:cxnSpLocks/>
          </p:cNvCxnSpPr>
          <p:nvPr/>
        </p:nvCxnSpPr>
        <p:spPr>
          <a:xfrm>
            <a:off x="9702735" y="5846064"/>
            <a:ext cx="21696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861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17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2774AE"/>
      </a:accent1>
      <a:accent2>
        <a:srgbClr val="003B5C"/>
      </a:accent2>
      <a:accent3>
        <a:srgbClr val="FFD100"/>
      </a:accent3>
      <a:accent4>
        <a:srgbClr val="FFB81C"/>
      </a:accent4>
      <a:accent5>
        <a:srgbClr val="C3D7EE"/>
      </a:accent5>
      <a:accent6>
        <a:srgbClr val="F47C30"/>
      </a:accent6>
      <a:hlink>
        <a:srgbClr val="4E7E6B"/>
      </a:hlink>
      <a:folHlink>
        <a:srgbClr val="313339"/>
      </a:folHlink>
    </a:clrScheme>
    <a:fontScheme name="Custom 206">
      <a:majorFont>
        <a:latin typeface="Whitney"/>
        <a:ea typeface=""/>
        <a:cs typeface=""/>
      </a:majorFont>
      <a:minorFont>
        <a:latin typeface="Whitne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85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148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Fira Sans</vt:lpstr>
      <vt:lpstr>Whitney</vt:lpstr>
      <vt:lpstr>Wingdings</vt:lpstr>
      <vt:lpstr>Office Theme</vt:lpstr>
      <vt:lpstr>MGMT298D:  The Science and Strategy of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Bimo</dc:creator>
  <cp:lastModifiedBy>Siddiq, Auyon</cp:lastModifiedBy>
  <cp:revision>364</cp:revision>
  <cp:lastPrinted>2025-11-10T02:56:25Z</cp:lastPrinted>
  <dcterms:created xsi:type="dcterms:W3CDTF">2025-02-18T05:54:04Z</dcterms:created>
  <dcterms:modified xsi:type="dcterms:W3CDTF">2025-11-10T03:08:58Z</dcterms:modified>
</cp:coreProperties>
</file>