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5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6879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646A-D2FC-F22D-AC38-E46131287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1E366A-02DC-695C-6307-9E9492E45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64AAD-F4A1-4AD9-1711-D4C56C5BC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A815D-BC11-28FC-82CA-53A1370BE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1095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61AC7-1645-1AE2-DE73-8691115E6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F497A-3CF5-F776-29E2-58ACC92C3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F7EDD-3BD3-913D-3E1B-38A35F0B8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AAB66-3872-E597-6260-72661A5A90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49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Word Embeddings and Transformers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From Images to Language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 are inherently numeric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CNNs exploit spatial structure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325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are arbitrary symbols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 depends on context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How do we convert words into numbers that preserve meaning?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journey: Text -&gt; Embeddings -&gt; Transformers -&gt; LLMs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Word Embeddings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Word Representation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Encoding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= [1, 0, 0, ..., 0]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dog = [0, 1, 0, ..., 0]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= [0, 0, 1, ..., 0]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Limitations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Dimensionality: 100K words = 100K dimensions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similarity: cat-dog distance = cat-car distance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generalization between related words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Embedding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Transform: 100,000 dims -&gt; 100-300 dims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similarity = spatial distance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 words cluster together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[Visualization: 2D projection showing word clusters]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jalammar.github.io/illustrated-word2vec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Numerical Example: Word Embeddings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Word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Dim 1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Dim 2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Dim 3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Dim 4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-0.43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0.68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0.32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dog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-0.38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0.61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0.39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-0.52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-0.09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truck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-0.48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-0.11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Matrix (Cosine)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dog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car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1.00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0.87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0.09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dog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0.87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1.00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0.09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1.00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4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cluster (0.87), vehicles cluster separately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How Embeddings Are Learned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Distributional Hypothesis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shall know a word by the company it keeps" - J.R. Firth, 1957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Skip-Gram Training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context window over 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center word, predict surrounding words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"brown [fox] jumps" -&gt; predict brown, jumps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in similar contexts get similar vectors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Self-supervised: no manual labeling needed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Word Analogies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- man + woman = queen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Analogy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Relationship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Paris - France + Italy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Rome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Capital cities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walked - walk + swim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swam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Verb tenses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bigger - big + small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smaller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Comparatives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 emerge from data - never explicitly programmed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Limitations of Simple Embeddings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Static: one word = one vector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"bank" (river) = "bank" (money)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ignored: "Dog bites man" = "Man bites dog"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attention: all words weighted equally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Transformers with contextual embeddings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Transformers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Transformer Revolution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"Attention Is All You Need" (Vaswani et al., 2017)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Innovations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Self-attention: words attend to any other word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processing: massive speedup vs RNNs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Scalability: improves with data and compute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Powers Everything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translation, code, chatbots, images, science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advance since 2017 built on transformers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Attention Mechanism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animal didn't cross the street because it was too tired"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'it' attends to 'animal'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animal didn't cross the street because it was too wide"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'it' attends to 'street'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Dynamic, context-dependent representations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learns to focus on relevant words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long-range dependencies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jalammar.github.io/illustrated-transformer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Self-Attention: Query, Key, Value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(Q): "What am I looking for?"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(K): "What do I contain?"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(V): "What information do I provide?"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Attention(Q, K, V) = softmax(QK^T / sqrt(d)) x V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Multi-head: Run multiple attention operations in parallel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Transformer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Repeating Block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Multi-head self-attention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&amp; Layer Norm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Feed-forward network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Add &amp; Layer Norm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N times (GPT-4: ~120, Claude: ~80)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[Visualization: Transformer block diagram]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Transformer Family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Encoder-Only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BERT, RoBERTa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Classification, Q&amp;A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Decoder-Only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GPT, Claude, LLaMA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Generation, Chatbots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Encoder-Decoder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T5, BART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Translation, Summary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Decoder-only models dominate: simpler, scales better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Large Language Models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Where Does Knowledge Come From?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Pre-training 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Crawl (web pages)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(millions digitized)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 (300+ languages)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(GitHub, Stack Overflow)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papers (arXiv, PubMed)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 (GPT-4 / Claude)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trillion tokens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on thousands of GPUs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$50-100M+ per run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Next-Token Prediction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"The capital of France is __"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outputs probability distribution over all tokens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highest probability: "Paris"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Simple Objective Works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grammar, facts, reasoning, style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'Paris' needs geography and language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code needs syntax and logic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Next-Token Probabilities: Example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"The capital of France is __"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572000" cy="1437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Token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Probability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Paris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62.3%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France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18.4%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located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2.0%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[other]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4.5%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controls sharpness of distribution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Hallucinations: The Core Limitation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confidently generate false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 errors (wrong dates, fake citations)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errors (flawed reasoning)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Confabulation (plausible but false)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Hard to Fix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optimizes fluency, not truth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ground truth during generation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 contains errors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Generation 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Temperature: Controls Randomness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(0.0-0.3): Deterministic, focused</a:t>
            </a:r>
            <a:endParaRPr lang="en-US" sz="1500" dirty="0"/>
          </a:p>
          <a:p>
            <a:pPr>
              <a:spcAft>
                <a:spcPts val="400"/>
              </a:spcAft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factual Q&amp;A, code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(0.4-0.7): Balanced</a:t>
            </a:r>
            <a:endParaRPr lang="en-US" sz="1500" dirty="0"/>
          </a:p>
          <a:p>
            <a:pPr>
              <a:spcAft>
                <a:spcPts val="400"/>
              </a:spcAft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conversation, explanations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(0.8-1.0+): Creative, diverse</a:t>
            </a:r>
            <a:endParaRPr lang="en-US" sz="1500" dirty="0"/>
          </a:p>
          <a:p>
            <a:pPr>
              <a:spcAft>
                <a:spcPts val="400"/>
              </a:spcAft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creative writing, brainstorming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Other: Top-K (K=40), Top-P (P=0.9), Max Tokens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Embeddings: words -&gt; dense vectors, similar concepts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Transformers: self-attention for context-dependent representations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learn from trillions of tokens via next-token prediction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Hallucinations: models optimize fluency, not truth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Temperature: controls creativity vs consistency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42976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Generative AI APIs and AI Agents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3D0FC-72EA-A64D-7A38-400862049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096141-9D1A-9640-783E-7280854725FC}"/>
              </a:ext>
            </a:extLst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 err="1">
                <a:solidFill>
                  <a:schemeClr val="accent4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Colab</a:t>
            </a:r>
            <a:r>
              <a:rPr lang="en-US" sz="3600" b="1" dirty="0">
                <a:solidFill>
                  <a:schemeClr val="accent4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 Demo</a:t>
            </a:r>
            <a:endParaRPr lang="en-US" sz="36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3903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DE2426-AEA4-D18A-CAF4-6BFD79E7C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9D96ADB-3966-B2B3-3966-1C2BF5EE4F0D}"/>
              </a:ext>
            </a:extLst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chemeClr val="accent4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Assignment 7</a:t>
            </a:r>
            <a:endParaRPr lang="en-US" sz="36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1821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1024</Words>
  <Application>Microsoft Macintosh PowerPoint</Application>
  <PresentationFormat>On-screen Show (16:9)</PresentationFormat>
  <Paragraphs>241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7: Word Embeddings and Transformers</dc:title>
  <dc:subject>PptxGenJS Presentation</dc:subject>
  <dc:creator>Auyon Siddiq</dc:creator>
  <cp:lastModifiedBy>Siddiq, Auyon</cp:lastModifiedBy>
  <cp:revision>3</cp:revision>
  <dcterms:created xsi:type="dcterms:W3CDTF">2026-02-03T04:31:52Z</dcterms:created>
  <dcterms:modified xsi:type="dcterms:W3CDTF">2026-02-03T04:36:53Z</dcterms:modified>
</cp:coreProperties>
</file>