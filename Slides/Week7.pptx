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Word Embeddings and Transformers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From Images to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We've Learned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fundamentals: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extraction, transfer learning,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practical applications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naturally numeric: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have inherent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Challenge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teach machines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and generate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language?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symbolic: words are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and context-dependent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How do we convert words into numbers that preserve meaning?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Word Representation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How do computers represent words?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[1, 0, 0, 0, 0,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= [0, 1, 0, 0, 0,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= [0, 0, 1, 0, 0,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queen = [0, 0, 0, 1, 0, ...]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1031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semantic similarity: cat and dog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equally distant from automobile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Massive dimensionality: vocabulary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words = 100K-dimensional vectors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generalization: similar words 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computational benefit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representations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fundamental insight behind word embeddings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Embedding Intuition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Represent words as dense vectors in a continuous space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sparse 100K dimensions → Dense 100-300 dimensions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Word Vectors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[0.2, -0.4, 0.7,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= [0.3, -0.3, 0.6,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= [-0.5, 0.8, -0.1, ...]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371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similarity(cat, dog) = 0.85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similarity(cat, car) = 0.12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concepts cluster together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Business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search: Match products by meaning, not exact keywords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Recommendations: Suggest content by meaning, not keyword overlap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service: Route tickets by intent, not keyword matching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Learning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Distributional Hypothesis: Words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"You shall know a word by the company it keeps" - J.R. Firth (1957)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Skip-gram Objective: Given a target word, predict the surrounding context words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Self-Supervised Learning: No manual labeling required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Meaning emerges from usage patterns across millions of examples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Word2Vec and GloVe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2743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 (2013)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Research - Mikolov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Prediction-based approach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Skip-gram: predict context from word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CBOW: predict word from context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Trained on sliding windows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training, online learning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 local context well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 (2014)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NLP - Pennington et al.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Count-based + prediction hybrid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word co-occurrence matrix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Factorizes co-occurrence statistics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Captures global corpus patterns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Often better on analogy tasks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 training on sparse matrix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Pre-trained embeddings freely available. Transformers have superseded these, but they build intuition.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Visualizing Word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Reduction: 300D vectors → 2D visualization (t-SNE, PCA)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54480"/>
            <a:ext cx="1828800" cy="1097280"/>
          </a:xfrm>
          <a:prstGeom prst="oval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691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1554480"/>
            <a:ext cx="2011680" cy="1097280"/>
          </a:xfrm>
          <a:prstGeom prst="oval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0" y="1691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3317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2743200"/>
            <a:ext cx="2286000" cy="1097280"/>
          </a:xfrm>
          <a:prstGeom prst="oval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55448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063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337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520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6072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Similar words cluster automatically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distance = semantic distance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Directions encode relationships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 emerges without labels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Insight: Visualize embeddings to discover patterns in feedback, reviews, or tickets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Word Analogies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Surprising Power of Vector Arithmetic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64008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54480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king - man + woman ≈ queen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"gender" direction in embedding space transforms words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Examples of Learned Relationships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Paris - France + Italy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2971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Rome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2971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cities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64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walked - walk + swim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3264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swam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3264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 tenses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57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bigger - big + small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smaller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557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49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- iPhone + Microsoft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8496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Windows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849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relationships were never explicitly programmed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Sentiment Classification with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Application: Reviews, social sentiment, feedback classification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problem: How to numerically represent sentences?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Embeddings Help: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"fantastic" and "excellent" have similar vectors even with limited training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Applications at Scale: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Limitations of Simple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Word2Vec/GloVe Cannot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1371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Representations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has ONE fixed vector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regardless of context.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went to the bank to fish"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deposited money at the bank"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vector for both.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840480" cy="1371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Bag-of-Words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order is ignored when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embeddings.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"Dog bites man"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"Man bites dog"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identical representations.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Transformers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embeddings: Word vectors adapt to surrounding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Position-aware: Word order explicitly encoded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Attention mechanism: Model learns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Powers GPT, BERT, Claude, and all modern LLMs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Transformer Revolution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"Attention Is All You Need"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et al., Google Brain, 2017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cited AI paper of all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468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attend to any other word, regardless of distance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Parallel Processing: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positions processed simultaneously - massive speedups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effectively with data and compute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Transformers now power search engines, translation, coding assistants, chatbots,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generation, drug discovery, and virtually every AI advance since 2017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Attention Mechanism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Core Idea: When processing each word, let the model decide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Attention Matters: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"The animal didn't cross the street because it was too tired"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"The animal didn't cross the street because it was too wide"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It Works: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Dynamic, context-dependent representations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Self-Attention Intuition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Key, Value: The Three Roles Every Word Plays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(Q)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am I looking for?"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asks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about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56032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8328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(K)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I contain?"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advertises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content for matching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56032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(V)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I provide?"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offers 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information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Self-Attention 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Compute similarity: score = Query · Key (dot product)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Normalize scores: Convert to probabilities with softmax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75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Weighted sum: Output = 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5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= softmax(QKᵀ / √d) × V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Multi-Head Attention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 Attention Pattern Isn't Enough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898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cat sat on the mat because it was soft"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Attention Heads Learn Different Relationships: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1: Syntactic: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subject-verb agreement ("cat" → "sat")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2: Semantic: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697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pronouns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3: Positional: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1089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nearby words for local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520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4: Long-range: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5204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beginning and end of sentences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uses 96 attention heads across 120 layers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Positional Encoding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Problem: Attention treats input as a set - word order lost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"Dog bites man" and "Man bites dog" would be identical without position info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Add position info to each embedding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This Matters: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Windows: Max sequence length depends on position encoding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Transformer Block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 of Modern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558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783080"/>
            <a:ext cx="2560320" cy="32004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872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Embeddings + Position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21031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88720" y="23957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Self-Attention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2743200"/>
            <a:ext cx="25603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88720" y="27889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Layer Norm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97280" y="3063240"/>
            <a:ext cx="2560320" cy="3657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88720" y="31272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Network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3474720"/>
            <a:ext cx="25603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88720" y="3520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Layer Norm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97280" y="3794760"/>
            <a:ext cx="2560320" cy="32004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88720" y="3840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645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Relates all words in sequence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331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Network: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non-linear transformations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deep model training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N Times: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 ~120 blocks, Claude: ~80 blocks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layers = more capacity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Text Classification with Transformers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Example: Reuters News Classification (46 categories)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Pre-Transformer Approach: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Accuracy plateau around 75-80%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Transformer Approach: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Works for customer intent, support routing, legal docs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Transformer Family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Architectures, Different Strengths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RoBERTa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Bi-directional attention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Sees full context both ways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understanding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NER, Q&amp;A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GPT, Claude, LLaMA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Causal (left-to-right) attention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sees past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generation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 generation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Chatbots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completion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743200" cy="2194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T5, BART, mT5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input understanding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Then generates 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transformation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conversion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of the 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 models dominate general-purpose AI.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 scales better; they perform all tasks via prompting.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LLMs Work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Where Does the Knowledge Come From?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Pre-Training: Learning from the Internet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Sources: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Crawl: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61848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Petabytes of quality-filtered web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911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91109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digitized books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Wikipedia: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20370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languages of encyclopedic content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496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4963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docs, Stack Overflow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70632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Academic Papers: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7889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arXiv, PubMed, journals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081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Curated Data: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08152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Licensed, high-quality datasets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Pre-Training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/ Claude Opus-class training: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Trillions of tokens (~10 trillion+)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Equivalent to millions of books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Months of training on thousands of GPUs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Cost: $50-100M+ per training run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Next-Token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Training Objective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all previous tokens, predict the next token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"The capital of France is"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"Paris"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Simple Objective Creates Intelligence: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Good prediction requires grammar, facts, reasoning, style, tone...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Predicting "Paris" needs geography, language, common knowledge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Predicting code needs syntax, logic, programming concepts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task, rich emergent patterns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Hallucinations: The Core Limitation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confidently produce false or fabricated content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Hallucinations: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Errors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dates, names,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citations that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exist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6517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Errors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Flawed reasoning,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mistakes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6517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2648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Confabulation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plausible-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sounding but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to fill gaps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Legal: False statements in communications/contracts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Reputation: Unverified AI content publication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867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Operational: Decisions based on hallucinated "facts"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31596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verification essential for high-stakes use cases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Why Hallucinations Are Hard to Fix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 Issue: LLMs optimize for fluency, not truth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Ground Truth During Generation: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Data Issues: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Mitigation Strategies (not solutions):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Generation 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How LLMs Generate 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token selection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(0.0-0.3): Deterministic, focused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(0.5-0.7): Balanced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(0.8-1.0+): Creative, diverse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Sampling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consider the K most likely tokens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K=1: Always pick the top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K=40: Choose from top 40 options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K=100: More diversity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(Nucleus Sampling)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tokens until cumulative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reaches 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P=0.1: Very focused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P=0.9: Most common setting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P=1.0: Consider all tokens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Q&amp;A: Low temp (0.1-0.3)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Low-medium (0.2-0.5)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writing: Higher (0.7-1.0)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Brainstorming: Highest (0.9-1.2)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adjust temp OR top-p, not both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These parameters trade off between consistency/accuracy and creativity/diversity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embeddings transform text into meaningful numeric vectors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and self-attention revolutionized NLP by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LLMs learn from trillions of tokens through next-token prediction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are fundamental: LLMs generate fluent, confident text without truth grounding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parameters control creativity vs. consistency tradeoff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Word Embeddings and Transformers</dc:title>
  <dc:subject>MGMT298D: Science and Strategy of AI</dc:subject>
  <dc:creator>UCLA Anderson</dc:creator>
  <cp:lastModifiedBy>UCLA Anderson</cp:lastModifiedBy>
  <cp:revision>1</cp:revision>
  <dcterms:created xsi:type="dcterms:W3CDTF">2026-01-16T03:16:19Z</dcterms:created>
  <dcterms:modified xsi:type="dcterms:W3CDTF">2026-01-16T03:16:19Z</dcterms:modified>
</cp:coreProperties>
</file>