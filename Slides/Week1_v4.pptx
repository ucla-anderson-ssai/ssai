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Linear Regression with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Evolution of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 Era (1956-1990)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Conference coins 'Artificial Intelligence' as a field of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chatbot demonstrates early natural language processing capabilities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Shakey the Robot integrates perception, reasoning, and 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1974-80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 Winter: Funding cuts after unmet expectations and limited compute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boom drives commercial AI adoption in enterprises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1987-93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611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AI Winter: Expert systems prove brittle and expensive to maintain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Era (1997-2023)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defeats world chess champion Garry Kasparov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 wins Jeopardy. against human champions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240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revolutionizes computer vision with deep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AlphaGo defeats Go champion Lee Sedol in landmark achievement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enables modern language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611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611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and GPT-4 demonstrate emergent reasoning capabilities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Confident Predictions About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"Machines will be capable of doing any work a man can do."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Herbert Simon, 1965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Nobel laureate predicted this within 20 years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"Within a generation... the problem of creating 'artificial intelligence' will substantially be solved."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1967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AI Lab co-founder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3 to 8 years we will have a machine with the general intelligence of an average human being."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Marvin Minsky, 1970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made to Life Magazine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AI progress is non-linear. Advances require patience, compute, and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Course Overview: Science and Strategy of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Artificial Intelligence encompasses machine learning, deep learning, and generative AI technologies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course bridges two essential perspectives for business leaders: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emphasize practical implementation over theoretical mathematics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Who This Course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leaders who need to evaluate AI opportunities and make investment decisions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managers who will work with data science teams to build AI-powered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Consultants advising clients on digital transformation and AI adoption strategies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Entrepreneurs exploring AI-enabled business models and startup opportunities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approach focuses on building intuition through hands-on case studies: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H&amp;M Demand Forecasting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Retail Forecasting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retailers manage thousands of stores and millions of products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Inventory decisions are made months before products reach shelves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consequences of poor forecasting are severe and asymmetric: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approaches rely on buyer intuition and historical sales averages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 learning enables data-driven forecasting for large datasets across all products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Terminology for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377440" y="1005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data point or row in our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(X)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4813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variables used to make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(Y)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9568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variable we want to predict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4323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mathematical function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Training/Fitting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9077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 of learning model parameters from historical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weights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dataset contains 53,000+ observations spanning 2 years of sales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Features available for each product-week observation: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variable: Units sold in the following week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High variance in sales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Linear Regression: The 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Linear Regression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ŷ = β₀ + β₁x₁ + β₂x₂ + ... + βₙxₙ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ŷ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2194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5786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β₀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5786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term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962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β₁...βₙ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96265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learned from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x₁...xₙ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3346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values for a given observation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assumes a weighted sum of features predicts the outcome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How Models Learn: The Fitting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is an iterative optimization process to find the best coefficients: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1: Initialize coefficients with random values or zeros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2: Use current coefficients to make predictions on training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3: Calculate the error (loss) between predictions and actual values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4: Adjust coefficients to reduce the error using gradient descent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5: Repeat steps 2-4 until convergence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goal: Find coefficient values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libraries (scikit-learn) handle this optimization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Functions: Measuring Prediction Error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common approaches to quantifying how wrong our predictions are: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 (MAE)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MAE = (1/n) Σ |y - ŷ|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absolute differences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all errors equally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reliable to outliers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interpret (same units)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Squared Error (MSE)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MSE = (1/n) Σ (y - ŷ)²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squared differences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Penalizes large errors heavily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outliers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convenient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depends on business context: MAE for typical performance, MSE when big misses are costly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Train/Test Split: Validating 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split data: A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760720" cy="5486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(70-80%)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2468880" cy="54864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217920" y="1508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(20-30%)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data: Used to learn model parameters (coefficients)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data: Held out completely during training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model never sees test data during training, ensuring unbiased evaluation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time-series like H&amp;M sales, use temporal splits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Cross-validation provides more reliable estimates by rotating train/test splits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Interpreting Coefficients: From Numbers to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coefficient tells us how much the prediction changes per unit increase in that feature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 coefficient interpretations: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Coefficient magnitude indicates feature importance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 (+/-) indicates direction of relationship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Statistical significance tells us if the relationship is reliable or due to chance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Engineering: The Art of Model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engineering transforms raw data into inputs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it matters: Raw data rarely captures the relationships models need to learn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feature engineering techniques: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Engineering Impact: 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algorithm, different features, significantly different results: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77240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features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847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Temporal 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 better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Historical aggregates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 units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better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often matters more than algorithm choice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linear regression algorithm improved by 50% through better features alone.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practice, data scientists spend 60-80% of their time on feature engineering.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Danger of Overfitting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Overfitting occurs when a model learns the training data too well, including its noise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Symptoms of overfitting: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Causes of overfitting: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 overfit model is like memorizing answers instead of learning concepts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LASSO Regularization: Preventing Overfitting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adds a penalty term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Loss = MSE + λ Σ|βᵢ|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penalty term λΣ|β| shrinks coefficients toward zero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219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creates simpler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626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λ (lambda) hyperparameter controls regularization strength: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λ = 0: No penalty, equivalent to standard linear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λ small: Mild regularization, keeps most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679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λ large: Strong regularization, eliminates many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3068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Choose λ using cross-validation: find the value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1207</Words>
  <Application>Microsoft Macintosh PowerPoint</Application>
  <PresentationFormat>On-screen Show (16:9)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Linear Regression with Feature Engineering</dc:title>
  <dc:subject>MGMT298D: Science and Strategy of AI</dc:subject>
  <dc:creator>UCLA Anderson</dc:creator>
  <cp:lastModifiedBy>Siddiq, Auyon</cp:lastModifiedBy>
  <cp:revision>2</cp:revision>
  <dcterms:created xsi:type="dcterms:W3CDTF">2026-01-16T03:08:11Z</dcterms:created>
  <dcterms:modified xsi:type="dcterms:W3CDTF">2026-01-24T04:23:36Z</dcterms:modified>
</cp:coreProperties>
</file>