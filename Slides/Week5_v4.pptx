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Neural Networks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From Pixels to Predictions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Neural Networks?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Tree-Based Models Aren't Enough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Tree models excel at structured tabular data but struggle with high-dimensional, unstructured data like images, audio, and text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28x28 grayscale image has 784 features (pixels), each ranging 0-255, yet trees can't exploit spatial relationships between neighboring pixels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networks learn hierarchical representations: pixels -&gt; edges -&gt; shapes -&gt; objects, automatically discovering the features that matter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learning has improved computer vision (ImageNet 2012), speech recognition (Siri 2011), and NLP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networks power recommendations, fraud detection, medical imaging, autonomy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Image Classification Example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70,000 grayscale images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 x 28 pixels per image = 784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clothing categories to predict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Designed as a more challenging MNIST replacement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e-commerce 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Categories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 T-shirt/Top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Trouser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Pullover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Dress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Coat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 Sandal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 Shirt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 Sneaker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 Bag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 Ankle Boot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 Automated product categorization for e-commerce platforms, inventory management, and visual search systems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What Is an Image to a Computer?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Just Numbers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image is a 2D grid of pixels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28x28 image becomes a vector of 784 numbers when 'flattened' row by row into a single dimension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images (RGB) have 3 channels: each pixel has Red, Green, and Blue values (0-255), so a 28x28 color image = 2,352 features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machine learning, we typically normalize pixel values to 0-1 (divide by 255) to help optimization converge faster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challenge: a classifier must learn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Biological Inspiration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Neurons to Artificial Networks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Biological neurons receive signals through dendrites, process them in the cell body, and transmit output through the axon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neuron 'fires' (sends a signal) when the combined input signals exceed a threshold - an all-or-nothing activation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brain learns by strengthening connections (synapses) that lead to good outcomes - 'neurons that fire together, wire together'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Artificial neural networks loosely mirror this: inputs are weighted, summed, passed through an activation function, and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power comes from many simple units working together, not from complex individual units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caveat: Modern deep learning has diverged significantly from neuroscience. The 'biological inspiration' is more historical than prescriptive.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Anatomy of a Neural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 per feature (passthrough)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Layers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computation occurs. Each neuron: weighted sum → activation.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 per class → softmax → probabilities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Weights (W): Learnable parameters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Biases (b): Learnable offsets that shift the activation threshold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954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Activations: Output values after activation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Parameters: Total count: 784→128→10 network has ~102K parameters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From Inputs to Outputs: The Forward Pass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Computation at Each Neuron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activation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1: Multiply each input by its corresponding weight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2: Add the bias term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3: Apply activation function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638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Step 4: Pass this output as input to the next layer - repeat until output layer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 matrix form: Z = W * X + b, then A = activation(Z). because GPUs excel at deep learning.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pass is fast. The challenge is learning the right weights through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Activation Functions: Why Non-Linearity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activation functions, a neural network is just linear regression in disguise.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f(x) = max(0, 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Outputs x if positive, else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Simple, fast, and effective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choice for hidden layers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suffer from 'dead neurons'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(Output Layer)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45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Converts outputs to probabilities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outputs sum to 1.0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Emphasizes the largest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Used for multi-class classification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Paired with cross-entropy 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Non-Linearity?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functions compose into linear functions: f(g(x)) = ax + b if both f and g are linear. A 100-layer linear network = 1-layer linear network. Non-linearity lets us approximate ANY continuous function.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Depth Matters: Hierarchical Feature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networks learn features at multiple levels of abstraction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Edge Detectors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detect simple patterns: horizontal edges, vertical edges, corners, gradients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Textures/Parts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edges into textures: fabric patterns, curves, buttons, zippers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3+: Objects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parts into objects: sleeves, collars, soles - then complete items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Shallow networks can theoretically approximate any function, but may need exponentially many neurons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networks achieve the same with far fewer parameters by reusing features hierarchically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'Shirt' and 'T-shirt' share collar and sleeve detectors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because modern networks (ResNet, GPT) have dozens to hundreds of layers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Training Neural Networks: The Learning Loop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Forward Pass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input through network, get predictions. Compare to true labels using loss function.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Compute Loss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how wrong are we? Cross-entropy: -sum). Lower is better. Average over all training examples in batch.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Backward Pass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Backpropagation: compute gradient of loss w.r.t. each weight using chain rule. Tells 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Update Weights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w_new = w_old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Repeat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many batches. One epoch = seeing all training data once. Train for 10-100+ epochs until convergence.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A: XGBoost Baseline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what we know: tree-based ensemble on flattened pixel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784 flattened pixel features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feature engineering (raw pixels)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n_estimators: 100 trees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max_depth: 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learning_rate: 0.1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multi-class softmax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74AE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89.5%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time: ~2 minutes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Interpretable feature importances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GPU required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Solid baseline - but can we do better?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Limitation: XGBoost treats pixel 1 and pixel 784 as independent features. It cannot learn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B: Simple Neural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hidden layer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784 neurons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Hidden: 128 neurons, ReLU activation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101,770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Improver: Adam (lr=0.001)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Loss: Categorical Cross-Entropy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74AE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88.2%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time: ~30 seconds (GPU)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 epochs, batch size 128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accuracy: 91.5%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Slight overfitting visible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Surprise. Simpler is not always worse, but XGBoost slightly edges out this basic NN. Let's go deeper.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C: Going Deeper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hidden layers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784 neurons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1: 256 neurons, ReLU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2: 128 neurons, ReLU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235,146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improver and 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74AE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88.8%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time: ~45 seconds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accuracy: 94.2%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overfitting: 5.4% gap.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parameters != better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memorizes training data rather than learning generalizable patterns. We need regularization.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Overfitting in Neural Networks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Overfitting occurs when the model learns noise and idiosyncrasies in training data instead of true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Neural networks are especially prone: millions of parameters can memorize training examples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Signs of overfitting: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305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7802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254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4670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it happens with deep networks: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9417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4164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Dropout: Regularization for Neural Networks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Randomly 'turn off' neurons during training to prevent co-adaptation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During training: randomly set p% of neurons to 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rates: 20-50% for hidden layers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batch sees different 'thinned' 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Forces redundancy: no neuron can be essential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test time: use all neurons, scale by (1-p)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Ensemble effect: like training many networks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co-adaptation of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Acts as noise injection for reliableness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Invented in 2014 by Hinton et 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Still widely used in modern architectures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Keras implementation: model.add(Dropout(0.3))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Batch Normalization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layer inputs to stabilize and accelerate training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Internal Covariate Shift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weights update, the distribution of inputs to each layer changes. Later layers constantly adapt to shifting inputs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Normalize Each Batch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Compute mean and variance of each feature across the batch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Normalize: (x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Scale and shift: gamma * normalized + beta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Gamma and beta let the network undo normalization if needed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 Allows higher learning rates, reduces sensitivity to initialization, acts as regularization. Keras: BatchNormalization() layer.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Comparison: image classification datasets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Comparison: image classification datasets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XGBoost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trees, depth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Simple 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784-128-10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101,770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Deep 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784-256-128-10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235,146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D: Regularized NN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784-256-128-10 + Dropout + BN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236,426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Comparison: image classification datasets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XGBoost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trees, depth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Simple 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784-128-10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101,770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Deep 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784-256-128-10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235,146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D: Regularized 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784-256-128-10 + Dropout + BN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236,426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XGBoost remains competitive on image classification datasets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Adding layers without regularization increases overfitting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 + BatchNorm nearly eliminates overfitting and achieves best test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'best' model depends on constraints: interpretability, training time, deployment environment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When to Use Neural Networks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Neural Networks When: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Unstructured data: images, audio, 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Very high-dimensional input (1000+ features)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Spatial/sequential structure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Large training datasets available (10K+)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Best current performance required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Transfer learning is applicable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GPU resources available for 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 with Tree Models When: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Structured/tabular data with &lt;1000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Interpretability is essential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Small datasets (&lt;10K samples)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Mixed feature types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Fast training/iteration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No GPU available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Features have clear business meaning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The goal is solving the business problem, not using the fanciest technology. XGBoost still wins most Kaggle tabular competitions.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Deep Learning Stack: 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are the foundation for specialized architectures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6: Convolutional Neural Networks (CNNs)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for images: exploit spatial structure through local connectivity and weight sharing. Enables computer vision: object detection, facial recognition, medical imaging, autonomous vehicles.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Recurrent Neural Networks (RNNs)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for sequences: maintain 'memory' through recurrent connections. Enables: speech recognition, language modeling, time series forecasting. LSTM/GRU variants solve vanishing gradients.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8-9: Transformers &amp; LLMs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mechanisms enable parallel processing of sequences. Foundation for GPT, BERT, Claude. Now extending to vision (ViT), protein folding (AlphaFold), and multimodal AI.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learn hierarchical representations automatically, discovering features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matters: depth enables complex pattern learning, but also increases overfitting risk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is essential for deep networks to generalize beyond training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shine on unstructured, high-dimensional data but aren't always superior for tabular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model depends on your data, constraints, and goals - not just benchmark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CNNs exploit spatial structure for dramatic improvements in image understanding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5: Neural Networks</dc:title>
  <dc:subject>MGMT298D: Science and Strategy of AI</dc:subject>
  <dc:creator>UCLA Anderson</dc:creator>
  <cp:lastModifiedBy>UCLA Anderson</cp:lastModifiedBy>
  <cp:revision>1</cp:revision>
  <dcterms:created xsi:type="dcterms:W3CDTF">2026-01-16T03:09:19Z</dcterms:created>
  <dcterms:modified xsi:type="dcterms:W3CDTF">2026-01-16T03:09:19Z</dcterms:modified>
</cp:coreProperties>
</file>