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098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MGMT298D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098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098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Auyon Siddiq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 dirty="0">
                <a:solidFill>
                  <a:srgbClr val="005587"/>
                </a:solidFill>
                <a:latin typeface="Whitney Bold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>
                <a:solidFill>
                  <a:srgbClr val="005587"/>
                </a:solidFill>
                <a:latin typeface="Whitney Bold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>
            <a:normAutofit/>
          </a:bodyPr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>
                <a:solidFill>
                  <a:srgbClr val="005587"/>
                </a:solidFill>
                <a:latin typeface="Whitney Bold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Whitney Bold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Whitney Bold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Whitney Bold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Whitney Bold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dirty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641080" y="173736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41080" y="192024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641080" y="210312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641080" y="228600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641080" y="2468880"/>
            <a:ext cx="45720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Whitney Bold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Whitney Bold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i="1">
                <a:solidFill>
                  <a:srgbClr val="005587"/>
                </a:solidFill>
                <a:latin typeface="Whitney Bold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5587"/>
                </a:solidFill>
                <a:latin typeface="Arial"/>
              </a:rPr>
              <a:t>p_i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 =  exp(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z_i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/ T) / 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Σ_j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exp(</a:t>
            </a:r>
            <a:r>
              <a:rPr sz="1800" b="1" dirty="0" err="1">
                <a:solidFill>
                  <a:srgbClr val="005587"/>
                </a:solidFill>
                <a:latin typeface="Arial"/>
              </a:rPr>
              <a:t>z_j</a:t>
            </a:r>
            <a:r>
              <a:rPr sz="1800" b="1" dirty="0">
                <a:solidFill>
                  <a:srgbClr val="005587"/>
                </a:solidFill>
                <a:latin typeface="Arial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dirty="0" b="0">
                <a:solidFill>
                  <a:srgbClr val="555555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555555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Arial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5587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 err="1">
                <a:solidFill>
                  <a:srgbClr val="005587"/>
                </a:solidFill>
                <a:latin typeface="Whitney Bold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5587"/>
                </a:solidFill>
                <a:latin typeface="Whitney Bold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dirty="0" b="0">
                <a:solidFill>
                  <a:srgbClr val="005587"/>
                </a:solidFill>
                <a:latin typeface="Whitney Bold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5587"/>
                </a:solidFill>
                <a:latin typeface="Arial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>
            <a:normAutofit/>
          </a:bodyPr>
          <a:lstStyle/>
          <a:p>
            <a:pPr algn="ctr"/>
            <a:r>
              <a:rPr sz="919" b="0">
                <a:solidFill>
                  <a:srgbClr val="005587"/>
                </a:solidFill>
                <a:latin typeface="Whitney Bold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5587"/>
                </a:solidFill>
                <a:latin typeface="Whitney Bold"/>
              </a:rPr>
              <a:t>assistant response </a:t>
            </a:r>
            <a:r>
              <a:rPr sz="1000" b="1" dirty="0">
                <a:solidFill>
                  <a:srgbClr val="005587"/>
                </a:solidFill>
                <a:latin typeface="Whitney Bold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400" dirty="0" b="0">
                <a:solidFill>
                  <a:srgbClr val="555555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Sign in at </a:t>
            </a:r>
            <a:r>
              <a:rPr sz="1200" b="1" dirty="0" err="1">
                <a:solidFill>
                  <a:srgbClr val="005587"/>
                </a:solidFill>
                <a:latin typeface="Arial"/>
              </a:rPr>
              <a:t>netflix.com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Arial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Arial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Arial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229600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norm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555555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8717"/>
            <a:ext cx="832104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Arial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Arial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5587"/>
                </a:solidFill>
                <a:latin typeface="Arial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6348" tIns="-4761" rIns="-6348" bIns="-4761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effectLst/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Arial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 dirty="0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 dirty="0">
                <a:solidFill>
                  <a:srgbClr val="555555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3646803" cy="193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C644FC-BC3D-AB24-96F3-226E9F15618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56175-3F5E-5EB3-F540-A5655345449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8C1DBEC-895C-501A-B6B0-714C66F341E2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3799158-CD0A-4C12-15F8-F0932F705C3B}"/>
              </a:ext>
            </a:extLst>
          </p:cNvPr>
          <p:cNvSpPr txBox="1"/>
          <p:nvPr/>
        </p:nvSpPr>
        <p:spPr>
          <a:xfrm>
            <a:off x="1812275" y="1599187"/>
            <a:ext cx="4274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ways for </a:t>
            </a:r>
            <a:r>
              <a:rPr lang="en-US" sz="24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reasoning to occur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B3ECC-05EB-D7E5-B88C-AE53ABFBABE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51C92-2E1F-E5F6-E0BF-2287CCAD85C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Self Consistency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10145D-8CA3-166D-DA0B-1AE93373CF3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Arial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5587"/>
                </a:solidFill>
                <a:latin typeface="Arial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Arial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555555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555555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18514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2446856" cy="2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Arial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7507896" cy="146566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02739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 wrap="square" anchor="ctr">
            <a:normAutofit/>
          </a:bodyPr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640" b="0">
                <a:solidFill>
                  <a:srgbClr val="555555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Whitney Bold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5587"/>
                </a:solidFill>
                <a:latin typeface="Whitney Bold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Arial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55555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0982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558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 i="1" dirty="0">
                <a:solidFill>
                  <a:srgbClr val="555555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900" b="0" i="1" dirty="0">
                <a:solidFill>
                  <a:srgbClr val="005587"/>
                </a:solidFill>
                <a:latin typeface="Whitney Bold"/>
              </a:rPr>
              <a:t>test loss
</a:t>
            </a:r>
            <a:r>
              <a:rPr lang="en-US" sz="900" b="0" i="1" dirty="0">
                <a:solidFill>
                  <a:srgbClr val="005587"/>
                </a:solidFill>
                <a:latin typeface="Whitney Bold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Whitney Bold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Whitney Bold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Whitney Bold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dirty="0">
                <a:solidFill>
                  <a:srgbClr val="005587"/>
                </a:solidFill>
                <a:latin typeface="Whitney Bold"/>
              </a:rPr>
              <a:t>frontier 2025</a:t>
            </a:r>
            <a:r>
              <a:rPr lang="en-US" sz="800" dirty="0" b="0">
                <a:solidFill>
                  <a:srgbClr val="005587"/>
                </a:solidFill>
                <a:latin typeface="Whitney Bold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000" dirty="0" b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5587"/>
                </a:solidFill>
                <a:latin typeface="Whitney Bold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100" b="0">
                <a:solidFill>
                  <a:srgbClr val="005587"/>
                </a:solidFill>
                <a:latin typeface="Whitney Bold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3341716" cy="12793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98280" cy="509778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Arial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