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70" r:id="rId5"/>
    <p:sldId id="269" r:id="rId6"/>
    <p:sldId id="27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2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332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6F39C-1A9D-778C-1CF5-83C69ACE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6E034-D2C8-2E0B-98C0-8EEC4D2BE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CF772-93B8-D5BF-9CF7-2B2B2C1D0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4A598-E11E-3887-03EA-E5D47037A5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5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9862-F0BF-65A7-4499-F4AF9A78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2A9BD3-15CB-E7EC-CB2C-39593D18A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64E4A-B465-7CBA-321E-009801D37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BE85E-52AD-0069-650C-1FB11C764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9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54479-D62C-688A-F510-04FBEFDE8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2FE38-3CC9-B3EE-41EC-D59559568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88D74E-E5AC-0489-9846-319384D9F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1D493-CAAA-4F3C-1740-968E67F787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46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projector.tensorflow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projector.tensorflow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projector.tensorflow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Week 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Product Pitches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3794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22465"/>
            <a:ext cx="8321040" cy="4197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World Cup Companion </a:t>
            </a:r>
            <a:br>
              <a:rPr lang="en-US" sz="1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Igor, </a:t>
            </a:r>
            <a:r>
              <a:rPr lang="en-US" sz="12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Ryaas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Victor</a:t>
            </a: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10K BUFFETT </a:t>
            </a:r>
            <a:br>
              <a:rPr lang="en-US" sz="1200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Dan, Nabarun, Tin, Attin</a:t>
            </a: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Can I Recycle This? </a:t>
            </a: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Natalie, James, Krishna, Cemil</a:t>
            </a: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FridgeAI </a:t>
            </a: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Fran, Kiara, Derek, Kevin</a:t>
            </a: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Astral Audio</a:t>
            </a: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Meghana (on Zoom)</a:t>
            </a: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sz="1200" b="1" dirty="0" err="1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SnapCompare</a:t>
            </a: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Shahab, Daniel, Malak, Alyssa</a:t>
            </a: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Valet</a:t>
            </a: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Shuo-Ru, Jenika, John</a:t>
            </a: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 </a:t>
            </a: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12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br>
              <a:rPr lang="en-US" sz="12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endParaRPr lang="en-US" sz="12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F9A48B-3786-036E-7F10-396CA0380225}"/>
              </a:ext>
            </a:extLst>
          </p:cNvPr>
          <p:cNvCxnSpPr>
            <a:cxnSpLocks/>
            <a:stCxn id="5" idx="1"/>
          </p:cNvCxnSpPr>
          <p:nvPr/>
        </p:nvCxnSpPr>
        <p:spPr>
          <a:xfrm>
            <a:off x="457200" y="3121422"/>
            <a:ext cx="4480560" cy="0"/>
          </a:xfrm>
          <a:prstGeom prst="line">
            <a:avLst/>
          </a:prstGeom>
          <a:ln w="635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C888918-D95E-FCF2-909F-B9B12584AA39}"/>
              </a:ext>
            </a:extLst>
          </p:cNvPr>
          <p:cNvSpPr txBox="1"/>
          <p:nvPr/>
        </p:nvSpPr>
        <p:spPr>
          <a:xfrm>
            <a:off x="3763544" y="2844423"/>
            <a:ext cx="3153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15 minute break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6C286E-FE5A-0986-01BE-967A7DB59304}"/>
              </a:ext>
            </a:extLst>
          </p:cNvPr>
          <p:cNvCxnSpPr>
            <a:cxnSpLocks/>
          </p:cNvCxnSpPr>
          <p:nvPr/>
        </p:nvCxnSpPr>
        <p:spPr>
          <a:xfrm>
            <a:off x="457200" y="4808332"/>
            <a:ext cx="4480560" cy="0"/>
          </a:xfrm>
          <a:prstGeom prst="line">
            <a:avLst/>
          </a:prstGeom>
          <a:ln w="635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4BDD183-731C-1112-435B-F380CC402497}"/>
              </a:ext>
            </a:extLst>
          </p:cNvPr>
          <p:cNvSpPr txBox="1"/>
          <p:nvPr/>
        </p:nvSpPr>
        <p:spPr>
          <a:xfrm>
            <a:off x="3361208" y="4527881"/>
            <a:ext cx="3153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Live voting and results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E33C51-B878-EEEE-18F9-230E998CD33A}"/>
              </a:ext>
            </a:extLst>
          </p:cNvPr>
          <p:cNvSpPr txBox="1"/>
          <p:nvPr/>
        </p:nvSpPr>
        <p:spPr>
          <a:xfrm>
            <a:off x="6514312" y="1671145"/>
            <a:ext cx="25035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prizes!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Runner up: $100</a:t>
            </a:r>
          </a:p>
          <a:p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Winner: $300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89C59-1354-1A14-9216-7F67F0AA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100F7DD-4D64-CC92-D9AC-26F1F98B2E54}"/>
              </a:ext>
            </a:extLst>
          </p:cNvPr>
          <p:cNvSpPr/>
          <p:nvPr/>
        </p:nvSpPr>
        <p:spPr>
          <a:xfrm>
            <a:off x="0" y="18288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66B3E9-0D5B-9E72-DAC8-493DD6454827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Voting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8C1DE26-D712-A585-8A54-CBE137DD2437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7B737194-90AA-18DB-FB5F-270B270D7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467" y="1112173"/>
            <a:ext cx="3629198" cy="36291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66532C-67BE-5301-8EAB-112DA0FBEB7A}"/>
              </a:ext>
            </a:extLst>
          </p:cNvPr>
          <p:cNvSpPr txBox="1"/>
          <p:nvPr/>
        </p:nvSpPr>
        <p:spPr>
          <a:xfrm>
            <a:off x="723207" y="2571750"/>
            <a:ext cx="3985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Vote now for 2 teams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516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2B0BA-A0BA-6EF8-ECD8-DB0CEB811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BB1CA7-B02C-E898-07AC-0B91A1588549}"/>
              </a:ext>
            </a:extLst>
          </p:cNvPr>
          <p:cNvSpPr/>
          <p:nvPr/>
        </p:nvSpPr>
        <p:spPr>
          <a:xfrm>
            <a:off x="0" y="0"/>
            <a:ext cx="9144000" cy="524576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" name="TextBox 3">
            <a:hlinkClick r:id="rId3"/>
            <a:extLst>
              <a:ext uri="{FF2B5EF4-FFF2-40B4-BE49-F238E27FC236}">
                <a16:creationId xmlns:a16="http://schemas.microsoft.com/office/drawing/2014/main" id="{EEC58D7E-9739-64A0-8008-9BD718AD54D4}"/>
              </a:ext>
            </a:extLst>
          </p:cNvPr>
          <p:cNvSpPr txBox="1"/>
          <p:nvPr/>
        </p:nvSpPr>
        <p:spPr>
          <a:xfrm>
            <a:off x="1554933" y="2133587"/>
            <a:ext cx="6034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  <a:latin typeface="Whitney Bold" pitchFamily="34" charset="0"/>
                <a:cs typeface="Whitney Bold" pitchFamily="34" charset="-120"/>
              </a:rPr>
              <a:t>Results</a:t>
            </a:r>
            <a:endParaRPr lang="en-US" sz="40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55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9AC076-608D-B68C-C80A-A2BCE464E13D}"/>
              </a:ext>
            </a:extLst>
          </p:cNvPr>
          <p:cNvSpPr/>
          <p:nvPr/>
        </p:nvSpPr>
        <p:spPr>
          <a:xfrm>
            <a:off x="0" y="0"/>
            <a:ext cx="9144000" cy="524576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" name="TextBox 3">
            <a:hlinkClick r:id="rId3"/>
            <a:extLst>
              <a:ext uri="{FF2B5EF4-FFF2-40B4-BE49-F238E27FC236}">
                <a16:creationId xmlns:a16="http://schemas.microsoft.com/office/drawing/2014/main" id="{E7FCCCBA-8A1F-C7B2-0CCB-B8C7AA5BE905}"/>
              </a:ext>
            </a:extLst>
          </p:cNvPr>
          <p:cNvSpPr txBox="1"/>
          <p:nvPr/>
        </p:nvSpPr>
        <p:spPr>
          <a:xfrm>
            <a:off x="1554933" y="928241"/>
            <a:ext cx="6034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Runner-up:</a:t>
            </a:r>
            <a:endParaRPr lang="en-US" sz="40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hlinkClick r:id="rId3"/>
            <a:extLst>
              <a:ext uri="{FF2B5EF4-FFF2-40B4-BE49-F238E27FC236}">
                <a16:creationId xmlns:a16="http://schemas.microsoft.com/office/drawing/2014/main" id="{83083E5B-9BCE-200D-C90A-5CA0402C73EA}"/>
              </a:ext>
            </a:extLst>
          </p:cNvPr>
          <p:cNvSpPr txBox="1"/>
          <p:nvPr/>
        </p:nvSpPr>
        <p:spPr>
          <a:xfrm>
            <a:off x="1554933" y="2622884"/>
            <a:ext cx="6034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  <a:latin typeface="Whitney Bold" pitchFamily="34" charset="0"/>
                <a:cs typeface="Whitney Bold" pitchFamily="34" charset="-120"/>
              </a:rPr>
              <a:t>10-K BUFFET</a:t>
            </a:r>
            <a:endParaRPr lang="en-US" sz="40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E19BD-88FD-E7E1-18C1-E5DB9997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B86DA5-2D80-D30A-DBD0-5EA4677D96AB}"/>
              </a:ext>
            </a:extLst>
          </p:cNvPr>
          <p:cNvSpPr/>
          <p:nvPr/>
        </p:nvSpPr>
        <p:spPr>
          <a:xfrm>
            <a:off x="0" y="0"/>
            <a:ext cx="9144000" cy="524576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" name="TextBox 3">
            <a:hlinkClick r:id="rId3"/>
            <a:extLst>
              <a:ext uri="{FF2B5EF4-FFF2-40B4-BE49-F238E27FC236}">
                <a16:creationId xmlns:a16="http://schemas.microsoft.com/office/drawing/2014/main" id="{606A029D-029D-CA72-9913-AC11D4C75767}"/>
              </a:ext>
            </a:extLst>
          </p:cNvPr>
          <p:cNvSpPr txBox="1"/>
          <p:nvPr/>
        </p:nvSpPr>
        <p:spPr>
          <a:xfrm>
            <a:off x="1554933" y="928241"/>
            <a:ext cx="6034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Winner:</a:t>
            </a:r>
            <a:endParaRPr lang="en-US" sz="40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hlinkClick r:id="rId3"/>
            <a:extLst>
              <a:ext uri="{FF2B5EF4-FFF2-40B4-BE49-F238E27FC236}">
                <a16:creationId xmlns:a16="http://schemas.microsoft.com/office/drawing/2014/main" id="{8306C2DC-70D0-B0D1-BC87-5F037C37B350}"/>
              </a:ext>
            </a:extLst>
          </p:cNvPr>
          <p:cNvSpPr txBox="1"/>
          <p:nvPr/>
        </p:nvSpPr>
        <p:spPr>
          <a:xfrm>
            <a:off x="1554933" y="2622884"/>
            <a:ext cx="6034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Valet</a:t>
            </a:r>
            <a:endParaRPr lang="en-US" sz="40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70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139</Words>
  <Application>Microsoft Macintosh PowerPoint</Application>
  <PresentationFormat>On-screen Show (16:9)</PresentationFormat>
  <Paragraphs>32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UCLA Anderson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MGMT298D Week 8 - Building LLM Apps</dc:title>
  <dc:subject>Science and Strategy of AI</dc:subject>
  <dc:creator>Auyon Siddiq</dc:creator>
  <cp:lastModifiedBy>Siddiq, Auyon</cp:lastModifiedBy>
  <cp:revision>97</cp:revision>
  <dcterms:created xsi:type="dcterms:W3CDTF">2026-05-16T00:58:20Z</dcterms:created>
  <dcterms:modified xsi:type="dcterms:W3CDTF">2026-06-02T00:03:25Z</dcterms:modified>
</cp:coreProperties>
</file>