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Week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Generative AI APIs and AI Agents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Capstone: From Theory to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Journey Through This Course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002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concepts, data, ethics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371600"/>
            <a:ext cx="16002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0312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Regression, classification, trees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1188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1371600"/>
            <a:ext cx="16002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9476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9476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networks, CNNs, vision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352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40680" y="1371600"/>
            <a:ext cx="16002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Transformers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attention, LLMs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9516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0" y="1371600"/>
            <a:ext cx="1600200" cy="1280160"/>
          </a:xfrm>
          <a:prstGeom prst="rect">
            <a:avLst/>
          </a:prstGeom>
          <a:solidFill>
            <a:srgbClr val="FFD100"/>
          </a:solidFill>
          <a:ln w="12700">
            <a:solidFill>
              <a:srgbClr val="00558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7804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RAG, Agents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Putting It All Together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291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LLMs via APIs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Customize LLMs for your business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AI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generative AI in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APIs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API Economy for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 Labs to Business Applications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14630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 (Pre-2022)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your own models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ML team &amp; 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Months of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Millions in compute costs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to simpler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5196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384048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Way (Now)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frontier models via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ML expertise required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Minutes to integrate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 per 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current capabilities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API Providers: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3264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264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GPT-4o, o1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264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leader, broad ecosystem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557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557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3.5, Claude Opus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557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reasoning, long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31336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38496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849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Pro, Ultra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849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Multimodal, Google 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23944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142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41422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(open weights)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142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option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4531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Accessibility: Any company can now access capabilities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How LLMs Generate 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Token-by-Token Prediction Under the Hood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Prompt: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280160"/>
            <a:ext cx="54864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19456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haiku about machine learning"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Process: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haiku about machine learning"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084832"/>
            <a:ext cx="7315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080760" y="2103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P=0.23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learning" + "Data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404872"/>
            <a:ext cx="7315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2423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P=0.31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"Data" + "flows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724912"/>
            <a:ext cx="7315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080760" y="27432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743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P=0.18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044952"/>
            <a:ext cx="7315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80760" y="3063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3063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Details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Tokenization: Text split into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token requires full model forward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Latency scales with output length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tokens processed in parallel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Economics of LLMs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API Pricing and Cost at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Pricing: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$10-30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$30-60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GPT-4, Claude Opus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Sonnet, GPT-4o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Small/Fast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$0.10-0.50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$0.25-1.00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Haiku, GPT-4o mini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2834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Cost Example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chatbot handling 10,000 conversations/day: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conversation: 2,000 tokens (input + output)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Using mid-tier model: ~$100-200/day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Using small model: ~$10-20/day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large datasets: Can range from $3K to $150K+/month depending on model choice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" y="3886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= business decision. Balance capability, cost, latency.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model routing: expensive for complex, cheap for simple tasks.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Selection Trade-offs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Frontier Models: Maximum capability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Mid-Tier Models: Sweet spot for many applications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Small/Fast Models: Speed and cost optimization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Source (LLaMA, Mistral): Control and customization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Latency Considerations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Matters for User Experience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Time Goes in an API Call: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91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Round Trip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691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6916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to API servers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8229600" cy="34747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075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075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10-500ms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20756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Tokenizing and encoding prompt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8229600" cy="34747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4597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Generation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459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50-5000ms+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4597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Token-by-token 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8229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2843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Delivery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843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8437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or batch delivery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Optimization Strategies: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Streaming: Show output as generated (feels faster)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Smaller models: Faster, often sufficient quality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782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Shorter prompts: Reduce processing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34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max_tokens: Limit output length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Temperature: Controlling Randomness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Generation Parameter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8988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Scale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377440" cy="18288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017520" y="1645920"/>
            <a:ext cx="2651760" cy="182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0" y="1645920"/>
            <a:ext cx="2651760" cy="18288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1.0+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651760" cy="155448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(0.0 - 0.3)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Factual Q&amp;A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extraction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generation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2103120"/>
            <a:ext cx="265176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3756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(0.4 - 0.7)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variety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coherent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Explanations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General tasks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651760" cy="1554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2648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(0.8 - 1.2+)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outputs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Brainstorming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Creative writing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Idea generation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Temperature scales the logits before sampling. Lower temperature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high-probability tokens even more likely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Top-K and Top-P Sampling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Top-K Sampling: Only consider the K most likely tokens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K=1: Greedy decoding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Top-P (Nucleus) Sampling: Consider tokens until cumulative probability reaches 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Practical Guidance: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Prompt Engineering Techniques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Output Quality Through Careful Prompting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25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Instructions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format, length, style, and constraints. Vague prompts get vague results.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4114800" cy="731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325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Role/Persona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an expert financial analyst..."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114800" cy="73152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50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2-3 examples of desired input-output pairs. Shows rather than tells.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411480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0060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Thought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50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step by step"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114800" cy="731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880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127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JSON, markdown, numbered lists. Structured output is more reliable.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14800" cy="73152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00600" y="2880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127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not include..." "Must be under 100 words" - Set explicit boundaries.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 Structure: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[Role] You are a senior product manager.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[Task] Analyze this feature request and provide your recommendation.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[Format] Structure your response as: Summary (2 sentences), Pros (bullets), Cons (bullets), Recommendation.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Structured Output Generation (JSON)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Challenge: LLMs generate free-form text, but applications need structured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Solution: Constrained generation / JSON mode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Practical Pattern: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Define your expected JSON schema in the prompt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2. Enable JSON mode in the API call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3. Parse the response directly into your application objects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 Use Cases: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Warning: JSON mode ensures valid JSON, but doesn't guarantee correct schema - always validate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Customizing LLMs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Customization Spectrum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for Adapting LLMs to Your Needs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Investment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Investment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13716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1874520"/>
            <a:ext cx="210312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better prompts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Hours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None needed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Quick wins,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prototyping, simple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874520"/>
            <a:ext cx="210312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0604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33172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Days-Weeks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Low-Medium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Your documents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Grounding 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knowledge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2103120" cy="2286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your data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Weeks-Months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Medium-High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100s-1000s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Specific style,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or domain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95160" y="1874520"/>
            <a:ext cx="1920240" cy="228600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8660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233172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from scratch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Months-Years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$10M-$100M+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Trillions of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Almost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(OpenAI,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Anthropic, Google)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31596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prompt engineering, add RAG if you need specific knowledge, fine-tune only if necessary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RAG: Retrieval-Augmented Generation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LLM Responses in Your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9144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don't know your company's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policies, products, or documents.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hallucinate when asked about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not in their training data.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RAG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relevant documents first,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include them in the prompt.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response grounded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actual data.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RAG Works: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1554480" cy="10972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documents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vectors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830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29968" y="2651760"/>
            <a:ext cx="155448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075688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50008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75688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user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to vector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38728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85616" y="2651760"/>
            <a:ext cx="1554480" cy="10972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31336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05656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31336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similar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94376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41264" y="2651760"/>
            <a:ext cx="1554480" cy="10972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586984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61304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86984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docs 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context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50024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96912" y="2651760"/>
            <a:ext cx="155448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42632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6952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42632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answers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context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Reduces hallucinations • Uses current information • No model training required • Cites sources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206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 Customer support bots, internal knowledge search, document Q&amp;A, compliance checking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RAG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Indexing Pipeline: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Document loading: PDFs, web pages, databases, APIs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2. Chunking: Split into manageable pieces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3. Embedding: Convert chunks to vectors using embedding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4. Vector storage: Store in vector 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Query Pipeline: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Embed the user's query using same embedding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2. Similarity search: Find top-k most similar chunks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3. Construct prompt: "Based on the following context: [chunks]... Answer: [query]"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4. Generate: LLM produces response grounded in retrieved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Decisions: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RAG vs Fine-Tuning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Customization Approach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Adds external knowledge at query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Modifies model weights permanently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Factual grounding, current info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Style, format, specialized behavior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needed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 (any amount)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100s-1000s of examples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- just update documents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- requires retraining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(retrieval step)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(knowledge baked 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DB + longer prompts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compute + hosting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 current or proprietary facts? → RAG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 specific writing style or format? → Fine-tuning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changes frequently? → RAG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volume, latency-sensitive? → Fine-tuning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Unsure? Start with RAG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Production Best Practices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 and Testing: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Management: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Reliability: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583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949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What Is an AI Agent?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Chatbots to Autonomous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Chatbot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Responds to single prompts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memory between turns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Cannot take 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drives the interaction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Text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5196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384048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Pursues goals autonomously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Maintains state and 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tools to take 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drives toward objective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Actions + 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LLM-powered system that perceives environment,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decisions, and takes actions toward goals.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Agent Examples: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assistants that write, run, and debug code • Research agents that search, synthesize, and report • Customer service agents that access databases and process transactions • Data analysis agents that query, visualize, and interpret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Agent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Plan → Act → Observe → Repeat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228600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6304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PLAN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analyzes goal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decides what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to take next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228600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0624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783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chosen 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action in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0" y="2743200"/>
            <a:ext cx="228600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0624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OBSERVE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31546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results 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from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taken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2743200"/>
            <a:ext cx="2286000" cy="10972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6304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goal achieved?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no, loop back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planning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1371600"/>
            <a:ext cx="2286000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7373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is called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times 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iteration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the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context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the next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expensive.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loop = API call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"Book me a flight to NYC next Tuesday" → Search flights → Compare options → Select best → Fill form → Confirm booking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Agent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Are Tools? Functions the agent can call to interact with the world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Tool Categories: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Tools Work: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Define tool with name, description, and parameters (JSON schema)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2. LLM decides when to call tools based on the task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3. System executes the tool and returns results to LLM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4. LLM incorporates results into its reasoning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Design Principles: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583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Building a Simple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Research Agent Example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1887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research assistant.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have access to web_search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summarize tools. Given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question, search for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information, then synthesize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comprehensive answer."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11887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Available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web_search(query)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relevant web results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summarize(text, style)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Condenses text to key points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Execution Trace: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2103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30723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691640" y="3072384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are the latest developments in quantum computing?"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8229600" cy="21031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32826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thinks: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91640" y="3282696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need to search for recent quantum computing news"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8229600" cy="210312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34930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691640" y="3493008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3694176"/>
            <a:ext cx="8229600" cy="2103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" y="3703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returns: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691640" y="370332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[Article 1: IBM's new chip..., Article 2: Google's...]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8229600" cy="21031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2920" y="39136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thinks: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691640" y="391363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"Let me search for more specific applications"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210312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" y="41239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call: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91640" y="4123944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" y="4325112"/>
            <a:ext cx="8229600" cy="2103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433425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Final: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691640" y="4334256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synthesizes comprehensive answer from gathered info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Agent Architectures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for Building More Sophisticated 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+ 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Interleaves reasoning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action steps.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→ Action → Obs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→ Action → Obs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Complex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needing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reasoning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74320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approach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 Create full plan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Execute steps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Make plan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step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Execute step 2...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Predictable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parallel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possible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743200" cy="1828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agents with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roles collaborate.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→ Writer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Complex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different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simple (basic loop) and add complexity only when needed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ReAct: Best for exploratory tasks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Plan-and-Execute: Best when steps are clear upfront and can be parallelized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Multi-Agent: Best for complex projects requiring diverse expertise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architectures can be combined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Challenges and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Reliability: Agents can go off track, loop infinitely, or make compounding errors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Cost: Every reasoning step and tool call costs money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Evaluation: Hard to measure if an agent is "working"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Latency: Sequential reasoning = slow execution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400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Best Practices for Agents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Simple: Begin with basic tool use before building complex agent loops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Human-in-the-Loop: Keep humans involved for critical decisions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Guardrails: Implement safety constraints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Cost limits and monitoring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Restricted tool permissions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Observability: Log everything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Testing: Build evaluation suites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400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766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Course Recap: Your AI Journey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Concepts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Foundations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AI, ML types, business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&amp; Ethics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quality, bias, responsible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Supervised Learning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Regression, classification, evaluation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Trees &amp; Boosting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trees, Random Forest, XGBoost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Networks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learning, backprop, architectures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Vision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CNNs, image classification, transfer learning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NLP &amp; Transformers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Embeddings, attention, LLMs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GenAI &amp; Agents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APIs, RAG, customization, agents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a comprehensive foundation in AI/ML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AI. The key is applying these concepts strategically to create business value.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APIs democratize access to frontier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= strategic decision: balance capability, cost, latency for your use case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most practical way to customize LLMs with your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agents: LLMs that take actions autonomously. Design carefully for reliability, cost, safety.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simple: prompts → RAG → fine-tuning → agents. Add complexity only when needed.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Generative AI APIs and AI Agents</dc:title>
  <dc:subject>MGMT298D: Science and Strategy of AI</dc:subject>
  <dc:creator>UCLA Anderson</dc:creator>
  <cp:lastModifiedBy>UCLA Anderson</cp:lastModifiedBy>
  <cp:revision>1</cp:revision>
  <dcterms:created xsi:type="dcterms:W3CDTF">2026-01-16T03:16:21Z</dcterms:created>
  <dcterms:modified xsi:type="dcterms:W3CDTF">2026-01-16T03:16:21Z</dcterms:modified>
</cp:coreProperties>
</file>