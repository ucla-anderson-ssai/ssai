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188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1691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APIs and AI Agents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Theory to Application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Capstone: From Theory to Application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Journey Through This Course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554480" cy="100584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173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concepts, ethics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011680" y="164592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5587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48840" y="1325880"/>
            <a:ext cx="1554480" cy="100584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0" name="Text 8"/>
          <p:cNvSpPr/>
          <p:nvPr/>
        </p:nvSpPr>
        <p:spPr>
          <a:xfrm>
            <a:off x="2194560" y="14173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3-4</a:t>
            </a:r>
            <a:endParaRPr lang="en-US" sz="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Regression, trees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703320" y="164592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5587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40480" y="1325880"/>
            <a:ext cx="1554480" cy="100584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3" name="Text 11"/>
          <p:cNvSpPr/>
          <p:nvPr/>
        </p:nvSpPr>
        <p:spPr>
          <a:xfrm>
            <a:off x="3886200" y="14173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5-6</a:t>
            </a:r>
            <a:endParaRPr lang="en-US" sz="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NNs, CNNs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94960" y="164592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5587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532120" y="1325880"/>
            <a:ext cx="1554480" cy="100584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14173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086600" y="164592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5587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223760" y="1325880"/>
            <a:ext cx="1554480" cy="100584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19" name="Text 17"/>
          <p:cNvSpPr/>
          <p:nvPr/>
        </p:nvSpPr>
        <p:spPr>
          <a:xfrm>
            <a:off x="7269480" y="14173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APIs, Agents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Putting It All Together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 Access LLMs via APIs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606040" y="27432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2697480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Customize for business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7432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Build AI agents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903720" y="27432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Deploy in production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APIs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Economy for 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46304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Way (Pre-2022)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 your own models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Requires ML team &amp; infrastructure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Months of development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Millions in compute costs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7764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480560" y="960120"/>
            <a:ext cx="4206240" cy="146304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0515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Way (Now)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13716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 frontier models via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ML expertise required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Minutes to integrate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Pay per use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API Providers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2011680" cy="8229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06324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GPT-4, GPT-4o, o1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017520"/>
            <a:ext cx="2011680" cy="8229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6" name="Text 14"/>
          <p:cNvSpPr/>
          <p:nvPr/>
        </p:nvSpPr>
        <p:spPr>
          <a:xfrm>
            <a:off x="2697480" y="306324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3.5, Opus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2011680" cy="8229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306324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Pro/Ultra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3017520"/>
            <a:ext cx="2011680" cy="8229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306324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(open)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02336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Accessibility: Any company can now access frontier AI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LLMs Generate 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TOKEN-BY-TOKEN GENERATION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"Write a haiku about ML"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"Data" (P=0.23) → "flows" (P=0.31) → "like" → ...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token = full model forward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jalammar.github.io/how-gpt3-works-visualizations-animations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Technical Details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2011680" cy="7315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29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Tokenization: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 chars/token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3383280"/>
            <a:ext cx="2011680" cy="7315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3429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Processed in parallel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383280"/>
            <a:ext cx="2011680" cy="7315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3429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Sequential, one at a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3383280"/>
            <a:ext cx="2011680" cy="7315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995160" y="3429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output length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Economics of LLMs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Approximate API Pricing (per 1M tokens)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Input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Output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Frontier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$10-30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$30-60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GPT-4, Claude Opus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Mid-tier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$1-5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$5-15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Claude Sonnet, GPT-4o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Small/Fast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$0.10-0.50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$0.25-1.00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Claude Haiku, GPT-4o mini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560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Cost Example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297180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 chatbot: 10,000 conversations/day × 2,000 tokens each</a:t>
            </a:r>
            <a:endParaRPr lang="en-US" dirty="0"/>
          </a:p>
          <a:p>
            <a:pPr indent="0" marL="0">
              <a:buNone/>
            </a:pPr>
            <a:r>
              <a:rPr lang="en-US" sz="12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Mid-tier model: ~$100-200/day  •  Small model: ~$10-20/day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 scale: $3K to $150K+/month depending on model choice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42062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 = business decision. Balance capability, cost, latency.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Techniques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2651760" cy="82296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Instructions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format, length, style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651760" cy="82296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0058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Role/Persona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an expert..."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651760" cy="82296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10058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Examples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2-3 input/output pairs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2651760" cy="82296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20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Thought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"Think step by step"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1874520"/>
            <a:ext cx="2651760" cy="82296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Structure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 JSON, bullets, etc.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874520"/>
            <a:ext cx="2651760" cy="82296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920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"Must be under 100 words"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 Structure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24612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a senior product manager.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[Task]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this feature request.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[Format]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(2 sentences), Pros, Cons, Recommendation.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Customizing LLMs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Customization Spectrum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Investment →→→ More Investment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137160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258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Effort: Hours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$0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234440"/>
            <a:ext cx="1920240" cy="137160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3258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Effort: Days-Weeks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Low-Med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1920240" cy="13716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Effort: Weeks-Months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Med-High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234440"/>
            <a:ext cx="1920240" cy="13716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13258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Pre-Training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Effort: Months-Years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$10M+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8288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prompts, add RAG for knowledge, fine-tune only if necessary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RAG: Retrieval-Augmented Generation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743200"/>
            <a:ext cx="822960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PIPELINE: 1. Index docs → 2. Embed query → 3. Retrieve similar → 4. Add to prompt → 5. Generate grounded response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Reduces hallucinations • Uses current info • No training required • Cites sources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vs Fine-Tuning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210312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Aspect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Fine-Tuning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What it does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Adds knowledge at query time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Modifies model weights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Facts, current info, documents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Style, format, domain behavior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Data needed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Documents (any amount)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100s-1000s of examples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Updates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8B22"/>
                          </a:solidFill>
                        </a:rPr>
                        <a:t>Easy — update documents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</a:rPr>
                        <a:t>Hard — retrain model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Latency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Higher (retrieval step)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Lower (baked in)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Guide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657600"/>
            <a:ext cx="3840480" cy="10972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7033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RAG when:</a:t>
            </a:r>
            <a:endParaRPr lang="en-US" dirty="0"/>
          </a:p>
          <a:p>
            <a:pPr indent="0" marL="0">
              <a:buNone/>
            </a:pPr>
            <a:r>
              <a:rPr lang="en-US" sz="11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Need current/proprietary facts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changes frequently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Unsure which to use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480560" y="3657600"/>
            <a:ext cx="4206240" cy="10972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0" y="37033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Fine-tuning when:</a:t>
            </a:r>
            <a:endParaRPr lang="en-US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Need specific writing style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volume, latency-sensitive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Have 1000s of examples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C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645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Chatbot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Responds to single prompts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memory between turns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Cannot take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Output: Text only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7764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480560" y="960120"/>
            <a:ext cx="4206240" cy="1645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0515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13716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Pursues goals autonomously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Maintains state and memory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Uses tools to take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Output: Actions + Text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Examples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2011680" cy="5486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assistants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06040" y="3108960"/>
            <a:ext cx="2011680" cy="5486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269748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agents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2011680" cy="5486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3108960"/>
            <a:ext cx="2011680" cy="5486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40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 LLM-powered system that perceives, decides, and acts toward goals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50292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5029200" cy="148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DIAGRAM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PLAN → 2. ACT → 3. OBSERVE → 4. EVALUATE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↑________________________________↓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Cyclic flow until goal achieved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9601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280160"/>
            <a:ext cx="3017520" cy="118872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0" y="13258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called multiple times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iteration = new context + decision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expensive!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loop = API call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5603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27889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PLAN: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action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ACT: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tool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OBSERVE: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results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EVALUATE: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Done? Loop back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"Book flight" → Search → Compare → Select → Fill form → Confirm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the agent can call to interact with the world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011680" cy="10058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query, read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2011680" cy="10058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0" name="Text 8"/>
          <p:cNvSpPr/>
          <p:nvPr/>
        </p:nvSpPr>
        <p:spPr>
          <a:xfrm>
            <a:off x="260604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✍️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97480" y="1737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write, email, task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011680" cy="10058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846320" y="1737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calculate, analyze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1325880"/>
            <a:ext cx="2011680" cy="10058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995160" y="1737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API, CRM, calendar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Tools Work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Define: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description, parameters  → 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LLM decides: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call  → 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Execute: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results  → 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Incorporate: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reasoning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10896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Design: Atomic, clear names, good descriptions, validate inputs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Architectures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2651760" cy="164592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+ Act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→ Action → Observe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until done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Exploratory tasks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960120"/>
            <a:ext cx="2651760" cy="164592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0515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Plan-and-Execute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Two-phase approach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Make full plan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Execute steps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Predictable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4592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0515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agents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 → Writer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↓ Reviewer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Complex projects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8346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 (basic loop) and add complexity only when needed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Challenges and Best Practices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011680" cy="73152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25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go off track, loop, compound errors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280160"/>
            <a:ext cx="2011680" cy="73152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1325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reasoning step = API call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2011680" cy="73152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325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with tools need guardrails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280160"/>
            <a:ext cx="2011680" cy="73152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3" name="Text 11"/>
          <p:cNvSpPr/>
          <p:nvPr/>
        </p:nvSpPr>
        <p:spPr>
          <a:xfrm>
            <a:off x="6995160" y="1325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reasoning = slow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5603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tools before complex agent loops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06040" y="25146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2697480" y="25603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Human-in-Loop: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humans for critical decisions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5146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5603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limits, restricted permissions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03720" y="2514600"/>
            <a:ext cx="2011680" cy="8229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25603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everything for debugging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Recap: Your AI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2011680"/>
                <a:gridCol w="54864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Topic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Key Concepts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1-2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AI Foundations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What is AI, ML types, data, ethics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3-4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Classical ML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Regression, classification, trees, XGBoost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5-6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 Learning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Neural networks, CNNs, transfer learning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NLP &amp; Transformers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Embeddings, attention, LLMs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GenAI &amp; Agents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APIs, RAG, customization, agents</a:t>
                      </a:r>
                      <a:endParaRPr lang="en-US" sz="10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10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324612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have a comprehensive foundation in AI/ML and generative AI.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is applying these concepts strategically to create business value.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457200" cy="4572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960120"/>
            <a:ext cx="7635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APIs democratize access to frontier AI — no ML team required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645920"/>
            <a:ext cx="7635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 = strategic decision: balance capability, cost, latency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331720"/>
            <a:ext cx="7635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is the most practical way to customize LLMs with your data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57200" cy="4572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51560" y="3017520"/>
            <a:ext cx="7635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take actions autonomously — design carefully for reliability, cost, safety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3703320"/>
            <a:ext cx="7635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simple: prompts → RAG → fine-tuning → agents. Add complexity only when needed.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45720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Congratulations on completing MGMT298D: Science and Strategy of AI!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8 - Generative AI APIs and AI Agents</dc:title>
  <dc:subject>PptxGenJS Presentation</dc:subject>
  <dc:creator>Auyon Siddiq</dc:creator>
  <cp:lastModifiedBy>Auyon Siddiq</cp:lastModifiedBy>
  <cp:revision>1</cp:revision>
  <dcterms:created xsi:type="dcterms:W3CDTF">2026-02-03T03:14:03Z</dcterms:created>
  <dcterms:modified xsi:type="dcterms:W3CDTF">2026-02-03T03:14:03Z</dcterms:modified>
</cp:coreProperties>
</file>