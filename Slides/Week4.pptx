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188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16916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Week 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2057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Reinforcement Learning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0" y="34747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3749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Case Study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Industry Applications of RL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Platforms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thumbnail/artwork selection for each user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Platforms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driver targeting and dispatch decisions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Ride-Hailing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surge pricing based on supply/demand state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ad bidding, pricing, and recommendation optimization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Limits of A/B Testing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A/B Testing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50/50 split throughout experiment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for statistical significance, pick one winner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poorly: N variants need O(N) traffic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84632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Cost Problem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32588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users get inferior experience during test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Prolonged exposure to worse options = lost revenue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may shift before test ends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Question: Can we learn and improve simultaneously?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algorithms adaptively allocate traffic to maximize cumulative reward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Exploration-Exploitation Trade-off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51560"/>
            <a:ext cx="3840480" cy="13716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972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Exploitation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best-known action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Maximizes immediate reward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miss better alternatives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840480" cy="13716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6"/>
          <p:cNvSpPr/>
          <p:nvPr/>
        </p:nvSpPr>
        <p:spPr>
          <a:xfrm>
            <a:off x="4983480" y="10972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uncertain options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new information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waste resources on suboptimal choices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Examples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Restaurant: Your favorite spot or try somewhere new?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placement: Best-performing ad or test new creatives?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Proven price point or test elasticity?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Multi-Armed Bandits: The Framework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after slot machines — each arm has an unknown reward probability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arms with unknown reward probabilities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step: pull one arm, observe reward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maximize total reward over T rounds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Applications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optimization: arms = headlines, layouts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selection: arms = ad creatives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arms = price points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291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Bandits learn and improve simultaneously — traffic shifts toward winners as evidence accumulates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Regret = cumulative cost of not always choosing the best option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Multi-Armed Bandits in Industry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thumbnail selection — each row on the homepage is a bandit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courier targeting — 15% fewer late deliveries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playlist curation — 8B+ artist discoveries via playlists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Fashion E-commerce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Clothing recommendations using bandit-based style matching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Case Study: Streaming Artwork Personalization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respond differently to the same title's artwork — one size doesn't fit all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Approach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Arms = artwork images per title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= viewing history, time, device, genre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= clicks and plays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lift in plays vs. default artwork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to 200M+ users, 15K+ titles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effective artwork in hours, not weeks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2004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row on the streaming homepage is a personalized bandit experiment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E-commerce Pricing: Our Running Example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pricing a new product. Which price maximizes revenue?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4 price points (arms): $19, $29, $39, $49  •  Reward = price × conversion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Conv.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Exp. Revenue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$13.65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$39 is optimal — highest expected revenue per customer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35661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35661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Regret: If optimal = $13.65/customer and you achieve $12.00, regret = $1.65/customer × 10K = $16,500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A/B Test vs. Bandit: Traffic Allocation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traffic is allocated across 10,000 customers: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 (fixed 25% each)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 (25%)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46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 (25%)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 (25%)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294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 (25%)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423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 (adaptive — after learning)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804672" cy="41148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0" y="2743200"/>
            <a:ext cx="1627632" cy="41148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2743200"/>
            <a:ext cx="1627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 (20%)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743200"/>
            <a:ext cx="4919472" cy="41148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6080" y="2743200"/>
            <a:ext cx="4919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 (60%)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863840" y="2743200"/>
            <a:ext cx="804672" cy="41148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Bandits shift traffic toward the best arm — less waste, more revenue during the experiment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42519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tests waste 75% of traffic on suboptimal arms for the entire duration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Strategy 1: Random Selection (Baseline)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Algorithm: 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Randomly select arm with probability 1/K each step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Behavior (Pricing Example)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arm gets ~2,500 pulls out of 10,000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revenue/customer ≈ ($11.40 + $13.05 + $13.65 + $9.80) / 4 = $11.98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 ≈ $119,800 out of possible $136,500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338328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exploration, zero exploitation — never learns from results. Regret grows linearly: O(T)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Strategy 2: Epsilon-Greedy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 (1−ε)% of the time, explore ε% of the time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running average reward per arm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prob ε, pick a random arm (explore)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prob 1−ε, pick highest average arm (exploit)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reward, update averages, repeat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to implement and understand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ε is a hyperparameter: too high = over-explore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ε = explore forever, even after convergence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Variant: decaying epsilon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example (ε=0.1): Converges to $39 arm after ~1,000 samples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2519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wastes 10% of traffic on random exploration forever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Epsilon-Greedy: Numerical Walkthrough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ε-greedy (ε=0.1) on our pricing problem over 10,000 customers: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82296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Reward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Avg($19)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Avg($29)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Avg($39)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Avg($49)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$19.50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= running average of (price × conversion) for each arm. Reward = $0 when no conversion.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384048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round 500, averages converge near true values — $39 arm dominates exploit decisions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43434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5,000 explore: still randomly pulling $19 — this is the fixed ε problem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Strategy 3: Upper Confidence Bound (UCB)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Idea: "Optimism in the face of uncertainty"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UCB(a)  =  x̄(a)  +  c × √( ln(t) / N(a) 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x̄(a) = avg reward    c = exploration parameter    N(a) = times arm pulled    t = total rounds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Frequently pulled arms → small bonus (we already know their value)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Rarely pulled arms → large bonus (uncertainty is high, worth exploring)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naturally decays as all arms get pulled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guarantee: UCB achieves O(log T) regret — much better than ε-greedy's O(T)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UCB: Numerical Walkthrough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100 rounds (c=2), computing UCB scores to decide round 101: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"/>
                <a:gridCol w="256032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x̄(a)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Bonus c×√(ln(100)/N(a))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UCB Score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2×√(4.6/30) = 0.78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$12.18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2×√(4.6/25) = 0.86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2×√(4.6/35) = 0.73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$14.38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2×√(4.6/10) = 1.36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 has the biggest bonus (only 10 pulls) but still loses — its average is too low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34747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 wins: high average + decent bonus. As N(a) grows, bonuses shrink → natural shift to exploitation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Strategy 4: Thompson Sampling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Bayesian approach: sample from posteriors, pick arm with best sample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uniform prior for each arm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round: sample from each arm's posterior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arm with highest sampled value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reward, update posterior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 arms: wide posteriors → more exploration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 winners: tight posteriors near high values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naturally decays — no tuning needed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Empirically matches or beats UCB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widely used bandit algorithm in industry (streaming, DoorDash, Spotify, etc.)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Thompson Sampling: Numerical Walkthrough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50 rounds, each arm has a Beta(α, β) posterior. We sample once from each: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1371600"/>
                <a:gridCol w="137160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Successes (α)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Failures (β)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Posterior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Beta(8, 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Beta(6, 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Beta(7, 10)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Beta(2, 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$39's average (7/17=41%) isn't the highest, but its wide posterior allowed a high sample of 0.61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5661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35661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pulls → wider posterior → more chance of a lucky sample → more exploration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Comparing Bandit Strategies: Results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pricing: 10,000 customers, 4 price arms, optimal = $39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Optimal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$119,800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$16,700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Epsilon-Greedy (ε=0.1)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$134,100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Thompson Sampling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$135,200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(always optimal)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$136,500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Thompson Sampling achieves 97% of optimal — only $1,300 left on the table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UCB and Thompson outperform ε-greedy by reducing exploration as they learn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42062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practice, Thompson Sampling is preferred: simple, reliable, and interpretable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Cumulative Revenue Over Time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each strategy accumulates revenue across 10,000 customers: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ε-Greedy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Thompson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$11,980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$13,650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$29,950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$34,125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$64,800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$68,250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$119,800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$134,100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$135,200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$136,500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1089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1089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Thompson and UCB converge quickly — most of the gap opens in the first 1,000 rounds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Bandit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3716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Controls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/ Trade-off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 (epsilon)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 frequency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0.05–0.2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= more random exploration, slower convergence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(UCB)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Exploration bonus weight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= more optimistic, explores more aggressively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Decay schedule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 reduction over time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ε₀/√t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Reduces exploration as confidence builds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 (Thompson)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belief strength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Beta(1,1)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Uniform = no bias; informative prior speeds learning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Batch size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per decision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batches stabilize but delay adaptation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ε-greedy, ε dominates. For UCB, c matters. For Thompson, the prior is the key choice.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Thompson Sampling with weak priors works well out of the box — minimal tuning needed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When to Use Bandits vs. A/B Tests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 Testing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Multi-Armed Bandit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Identify best variant with statistical confidence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Maximize cumulative reward during learning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Traffic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 (e.g., 50/50)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Adaptive — shifts toward winners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(half get inferior)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(adapts quickly)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Statistical rigor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— p-values, confidence intervals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Weaker — Bayesian credible intervals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One-off decisions, regulatory contexts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Ongoing optimization, many variants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A/B tests when you need statistical proof. Use bandits when you need to optimize continuously.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Q-Learning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Beyond Bandits: When State Matters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51560"/>
            <a:ext cx="3840480" cy="1645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9728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Multi-Armed Bandits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situation every round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don't affect future state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find single best action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840480" cy="1645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6"/>
          <p:cNvSpPr/>
          <p:nvPr/>
        </p:nvSpPr>
        <p:spPr>
          <a:xfrm>
            <a:off x="4983480" y="109728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Reinforcement Learning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 changes based on actions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transition you to new states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learn a policy (state → action)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Where State Matters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pricing: price depends on inventory + time to deadline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Games: board position changes after each move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lifecycle: today's engagement affects tomorrow's state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Reinforcement Learning in Industry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Ride-Hailing (Uber / Lyft)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surge pricing — real-time supply/demand state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Robotics (Amazon)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 navigation — robots learn efficient pick-and-place routes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(Google / DeepMind)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 optimization — reduced energy by 40% using RL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Vehicles (Tesla)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= surroundings, speed, lane; action = steer, brake, accelerate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Reinforcement Learning Framework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0" y="1051560"/>
            <a:ext cx="1828800" cy="73152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1051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1051560"/>
            <a:ext cx="1828800" cy="73152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51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777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(a) →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783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State (s), Reward (r)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  <a:gridCol w="4206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Airline Pricing Example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situation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seats left, 15 days out, high demand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 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Agent's choice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 price: Low ($199), Med ($349), High ($499)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Reward (r)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Immediate feedback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from today's ticket sales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Policy (π)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Strategy: states → actions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"If &lt;20 seats, 5+ days → price High"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Q(s,a)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cumulative future reward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remaining revenue from this 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Case: Dynamic Pricing with Inventory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Airline pricing 100 seats over 30 days before departure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Components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inventory (0–100 seats)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remaining (1–30 days)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level (low, medium, high)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Actions: Three Price Tiers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($199), Medium ($349), High ($499)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2004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bandits fail: optimal price depends on state (90 seats + 2 days → fire sale vs. 10 seats + 25 days → premium)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Q-Learning: Learning the Value of Actions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 a) = Expected cumulative reward from action a in state s, then following optimal policy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Q(s,a) ← (1−α) · Q(s,a) + α · [ r + γ · max Q(s',a') ]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learning rate   |   γ = discount factor   |   r = immediate reward   |   max Q(s',a') = best value from next state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 Q(s,a) = 0 for all state-action pairs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current state 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action a (ε-greedy), observe reward r and new state s'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Q(s,a) using the rule above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until Q-values converge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Q-Table: A Lookup Table for Optimal Actions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(Inventory,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Low)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Med)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High)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 seats, 2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 seats, 15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 seats, 25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 seats, 1 day)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Q-value = expected total revenue from taking that action in that state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Policy: for each state, choose the action with highest Q-value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40233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optimal action changes depending on the state — this is what bandits can't capture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Q-Learning: Step-by-Step Update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State: (50 seats, 15 days). Action: Medium ($349). α=0.1, γ=0.9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Current Q-value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0" y="13716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Q(50 seats/15 days, Med) = $10,500  (old estimate)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Observe reward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0" y="18288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8 tickets × $349 = r = $2,792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New state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0" y="22860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s' = (42 seats, 14 days).  Best Q(s') = max($9,000, $10,200, $9,800) = $10,200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Compute target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= r + γ × max Q(s') = $2,792 + 0.9 × $10,200 = $11,972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Update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43200" y="32004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← (1−0.1) × $10,500 + 0.1 × $11,972 = $9,450 + $1,197 = $10,647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Q-value moved from $10,500 → $10,647 — nudged toward the target by learning rate α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Q-Learning: Convergence Over Episodes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Q(50 seats/15 days, Medium) across training episodes: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54480"/>
                <a:gridCol w="1554480"/>
                <a:gridCol w="1554480"/>
                <a:gridCol w="22860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Episode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Low)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Med)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High)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(init)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$10,600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$10,780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291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episode 5,000, values stabilize — the agent has learned the optimal policy for this state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 requires enough exploration — too little ε means some states are never visited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Discount Factor (γ)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controls how much the agent values future vs. immediate rewards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651760" cy="20116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08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= 0.0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Myopic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148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cares about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reward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cheap NOW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651760" cy="20116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2" name="Text 10"/>
          <p:cNvSpPr/>
          <p:nvPr/>
        </p:nvSpPr>
        <p:spPr>
          <a:xfrm>
            <a:off x="3291840" y="1508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= 0.9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9184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2148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Weighs next ~10 steps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(0.9¹⁰ = 0.35)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pricing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463040"/>
            <a:ext cx="2651760" cy="20116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508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= 0.99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2648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Far-Sighted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3640" y="2148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Weighs next ~100 steps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(0.99¹⁰⁰ = 0.37)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6364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seats for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high-value dates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Airline Pricing Example: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γ=0.9 balances today's revenue with holding inventory for tomorrow. γ=0.99 keeps seats for late-booking business travelers.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Q-Learning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3716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Controls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/ Trade-off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Learning rate (α)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 of Q-value updates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0.01–0.3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= fast but noisy. Low = slow but stable.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 factor (γ)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Future vs. immediate reward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0.9–0.99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= plans further ahead. Lower = myopic.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Exploration (ε)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 vs. exploit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 → 0.01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Decay over time: explore early, exploit late.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Episodes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 iterations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1K–100K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= better convergence, but slower.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discretization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Granularity of state 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5–20 bins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= more precise but slower to learn.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important to tune: α, γ, and ε schedule — these dominate learning dynamics.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defaults (α=0.1, γ=0.99, ε=0.1 decaying) and adjust based on convergence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Bandits vs. Q-Learning: When to Use What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Multi-Armed Bandits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Q-Learning (Full RL)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state (same context each round)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changes after each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Multi-step planning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 — K arms, update averages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 — state×action table to learn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 optimization, ad selection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Dynamic pricing, robotics, games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needed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 (100s–1000s)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 (10K–100K+ episodes)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36576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bandits when actions don't affect future state. Use Q-learning when they do.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Modern Extensions: From Q-Tables to Deep RL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Q-Table Limitation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Q-table works for small state spaces (e.g., 100 seats × 30 days = 3,000 states)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down with large/continuous spaces (e.g., self-driving: infinite states)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Q-Networks (DQN)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Q-table with a neural network: input = state → output = Q(s,a) for each action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Gradient Methods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Directly learn the policy (probability of each action) instead of Q-values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in robotics (continuous actions) and ChatGPT fine-tuning (RLHF)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RL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agents interacting: ride-hailing (drivers + riders), financial markets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RL and Large Language Models (RLHF)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Reinforcement Learning from Human Feedback — how models like ChatGPT are fine-tuned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920240" cy="1645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08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Pre-train LLM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language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text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7440" y="2103120"/>
            <a:ext cx="182880" cy="0"/>
          </a:xfrm>
          <a:prstGeom prst="line">
            <a:avLst/>
          </a:prstGeom>
          <a:noFill/>
          <a:ln w="25400">
            <a:solidFill>
              <a:srgbClr val="00558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192024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1920240" cy="1645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508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17830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Human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51760" y="23317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rank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80560" y="2103120"/>
            <a:ext cx="182880" cy="0"/>
          </a:xfrm>
          <a:prstGeom prst="line">
            <a:avLst/>
          </a:prstGeom>
          <a:noFill/>
          <a:ln w="25400">
            <a:solidFill>
              <a:srgbClr val="0055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192024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1463040"/>
            <a:ext cx="1920240" cy="1645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508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7830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Reward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54880" y="23317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what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prefer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2103120"/>
            <a:ext cx="182880" cy="0"/>
          </a:xfrm>
          <a:prstGeom prst="line">
            <a:avLst/>
          </a:prstGeom>
          <a:noFill/>
          <a:ln w="25400">
            <a:solidFill>
              <a:srgbClr val="00558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192024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66560" y="1463040"/>
            <a:ext cx="1920240" cy="1645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5" name="Text 23"/>
          <p:cNvSpPr/>
          <p:nvPr/>
        </p:nvSpPr>
        <p:spPr>
          <a:xfrm>
            <a:off x="6766560" y="1508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66560" y="17830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Fine-Tune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0" y="23317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LLM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PPO/RLHF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RL Connection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= the language model. Action = generate a response. Reward = human preference score.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= the conversation context. Policy = how the model chooses its next word.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44805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RLHF is why ChatGPT sounds helpful — it was literally trained with reinforcement learning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Practical Considerations for RL in Business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Before Deployment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simulator of your environment before training live — much safer than learning on real customers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Design Is Critical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reward → wrong behavior. Optimizing for clicks leads to clickbait; optimize for long-term engagement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Simple, Scale Up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Bandits → Contextual Bandits → Q-Learning → Deep RL. Most problems solved at the bandit level.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and Safety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have fallback policies and guardrails in production RL systems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testing is rigorous but slow — half your users get inferior treatment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Multi-armed bandits balance exploration and exploitation to minimize regret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Thompson Sampling is the industry standard — Bayesian uncertainty guides exploration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actions affect future states, use full RL (Q-learning)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 builds a lookup table of state-action values; policy = pick max Q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 controls planning horizon; α controls learning speed; ε controls exploration</a:t>
            </a:r>
            <a:endParaRPr lang="en-US" sz="15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RLHF connects RL to how modern AI models (ChatGPT) are fine-tuned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Colab Demo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Assignment 4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Assignment 4: Bandits &amp; Q-Learning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Task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epsilon-greedy, UCB, and Thompson Sampling on a pricing simulation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cumulative revenue and regret across strategies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Q-learning for dynamic pricing with inventory constraints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notebook with code &amp; output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Table: cumulative revenue and regret for each bandit strategy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Plot: cumulative reward curves (all strategies on one chart)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Q-table visualization for at least 3 representative states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1-page summary: which strategy performed best and why?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Due: End of Week 4 (Friday 11:59 PM)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– Reinforcement Learning</dc:title>
  <dc:subject>PptxGenJS Presentation</dc:subject>
  <dc:creator>Auyon Siddiq</dc:creator>
  <cp:lastModifiedBy>Auyon Siddiq</cp:lastModifiedBy>
  <cp:revision>1</cp:revision>
  <dcterms:created xsi:type="dcterms:W3CDTF">2026-02-05T16:20:48Z</dcterms:created>
  <dcterms:modified xsi:type="dcterms:W3CDTF">2026-02-05T16:20:48Z</dcterms:modified>
</cp:coreProperties>
</file>