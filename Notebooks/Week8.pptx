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474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5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AI-Powered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Python script to a live product — in one session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2774AE">
              <a:alpha val="80000"/>
            </a:srgbClr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63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3063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E34F26">
              <a:alpha val="80000"/>
            </a:srgbClr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3063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00984" y="3063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FFD100">
              <a:alpha val="80000"/>
            </a:srgbClr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3063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3063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475569">
              <a:alpha val="8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3063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16168" y="3063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3063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3063240"/>
            <a:ext cx="1234440" cy="320040"/>
          </a:xfrm>
          <a:prstGeom prst="roundRect">
            <a:avLst>
              <a:gd name="adj" fmla="val 17143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063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4709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Anderson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app — no CS degree required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an idea. An LLM can help execute it. But how does it actually work?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1097280" cy="109728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9933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920240"/>
            <a:ext cx="109728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19933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0" y="1920240"/>
            <a:ext cx="109728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19933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0" y="1920240"/>
            <a:ext cx="109728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19933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web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508760" y="2468880"/>
            <a:ext cx="1280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508760" y="2267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977640" y="2468880"/>
            <a:ext cx="1280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977640" y="2267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46520" y="2468880"/>
            <a:ext cx="1280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46520" y="2267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 flipH="1">
            <a:off x="914400" y="3182112"/>
            <a:ext cx="4937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14400" y="3200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flows back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D6E8F7"/>
          </a:solidFill>
          <a:ln w="19050">
            <a:solidFill>
              <a:srgbClr val="277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talks to Gemini directly. All AI calls go through your Python server — which keeps the API key secret and lets you add logic, caching, and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Components of Your 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plays a distinct role — none is optional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651760" cy="64008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371600"/>
            <a:ext cx="347472" cy="347472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152" y="135331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1480" y="2103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your server. Receives requests from the browser, calls Gemini, applies logic, and returns structured data.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63240" y="123444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063240" y="1234440"/>
            <a:ext cx="2651760" cy="6400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27832" y="1371600"/>
            <a:ext cx="347472" cy="347472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27832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1353312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JavaScript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200400" y="2103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user sees and clicks. Sends data to your server via fetch() and displays results without reloading.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52160" y="123444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852160" y="123444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16752" y="13716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16752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1353312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893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989320" y="21031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LLM. Your Python code sends it a prompt and structured inputs; it returns natural language or structured JSON.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274320" y="29443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74320" y="2944368"/>
            <a:ext cx="265176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38912" y="3081528"/>
            <a:ext cx="347472" cy="3474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3891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3063240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1148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11480" y="38130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your code. Railway reads directly from your GitHub repo to deploy — every push triggers a new deployment.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3063240" y="29443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063240" y="2944368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3227832" y="308152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22783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72" y="3063240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20040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3200400" y="38130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your app on a real URL. Reads Procfile to know how to start the server. Scales automatically under load.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5852160" y="2944368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5852160" y="2944368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016752" y="308152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01675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2" y="3063240"/>
            <a:ext cx="347472" cy="34747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98932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 / GPT)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5989320" y="38130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partner. Generates main.py and index.html from your prompts. You describe; it writes. You review and deploy.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Python + FastAPI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 — the glue that holds everything together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FastAPI does: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82496"/>
            <a:ext cx="164592" cy="164592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45920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for requests: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browser submits a form, FastAPI receives it instantly via an endpoint like POST /analyze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164592" cy="164592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67712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Gemini: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tailored prompt with the user's data and sends it to the Gemini API — then parses the response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164592" cy="164592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structured data back to the browser — which the JavaScript uses to update the page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164592" cy="164592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11296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secret: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key never leaves the server — students can't see it by inspecting the browser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234440"/>
            <a:ext cx="42976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234440"/>
            <a:ext cx="429768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09160" y="1581912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fastapi </a:t>
            </a:r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FastAPI, HTTPException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pydantic </a:t>
            </a:r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BaseModel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google.generativeai </a:t>
            </a:r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genai
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FastAPI()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AnalyzeRequest(BaseModel):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text: str
</a:t>
            </a:r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("/analyze")
</a:t>
            </a:r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analyze(req: AnalyzeRequest):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</a:t>
            </a:r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f"Analyze: {req.text}"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</a:t>
            </a:r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model.generate_content(prompt)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{"result": resp.text}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HTML + JavaScript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user sees — one single 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HTML file?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system, no npm install, no React — just one file your server sends directly to the browser.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02920" cy="25603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1488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1671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page structure — input fields, buttons, result panels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502920" cy="25603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743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761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layout and styling — we match the UCLA blue/gold theme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502920" cy="256032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337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(fetch)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3558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form data to FastAPI and updates the page with the response — no reload needed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browser talks to FastAPI: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384048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178808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await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("/analyze", {
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"Content-Type"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"application/json"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JSON.stringify({text})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34440"/>
            <a:ext cx="42062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2710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your-app.up.railway.app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1490472"/>
            <a:ext cx="4206240" cy="41148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54533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8: Your App Name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039112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19472" y="210312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text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19472" y="2350008"/>
            <a:ext cx="3694176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4048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text here...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19472" y="2944368"/>
            <a:ext cx="3694176" cy="27432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9443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Analyze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474720"/>
            <a:ext cx="393192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9472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19472" y="3794760"/>
            <a:ext cx="3694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analysis appears here — structured, readable, and grounded in the document you provided.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The Gemini API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reasoning engine behind every response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Gemini does: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Gemini a carefully crafted prompt (with the user's data embedded in it). It reasons over the text and returns a response — which your Python code parses and sends to the browser.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 you control: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72491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77977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02666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0.1 – 0.3  ·  Low = consistent, factual answers. Great for analysis tasks.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52958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max_output_tokens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7764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200–800  ·  Limits response length. Longer = more detail but higher cost.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22452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27939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45262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gemini-2.0-flash  ·  Fast, cheap, capable. Best for most classroom use cases.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good prompt: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645920"/>
            <a:ext cx="4114800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645920"/>
            <a:ext cx="658368" cy="612648"/>
          </a:xfrm>
          <a:prstGeom prst="rect">
            <a:avLst/>
          </a:prstGeom>
          <a:solidFill>
            <a:srgbClr val="2774AE">
              <a:alpha val="80000"/>
            </a:srgbClr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45920"/>
            <a:ext cx="658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68112" y="1691640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financial analyst specializing in due diligence for investment decisions.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322576"/>
            <a:ext cx="4114800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322576"/>
            <a:ext cx="658368" cy="6126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22576"/>
            <a:ext cx="658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68112" y="2368296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following SEC filing excerpt and identify the top 3 risk factors.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999232"/>
            <a:ext cx="4114800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999232"/>
            <a:ext cx="658368" cy="61264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999232"/>
            <a:ext cx="658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68112" y="3044952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{user's pasted text goes here}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75888"/>
            <a:ext cx="4114800" cy="6126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675888"/>
            <a:ext cx="658368" cy="61264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675888"/>
            <a:ext cx="658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68112" y="3721608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JSON: {"risks": [...], "severity": "..."}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4343400"/>
            <a:ext cx="4114800" cy="548640"/>
          </a:xfrm>
          <a:prstGeom prst="rect">
            <a:avLst/>
          </a:prstGeom>
          <a:solidFill>
            <a:srgbClr val="FEF9C3"/>
          </a:solidFill>
          <a:ln w="19050">
            <a:solidFill>
              <a:srgbClr val="FFD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4343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Gemini to return JSON. Parse it in Python and return clean structured fields — not raw text.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4 &amp; 5: GitHub + Railway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→ cloud deployment,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Your Code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stores every version of your code. Railway reads directly from it — so every push automatically triggers a redeploy.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402336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21992"/>
            <a:ext cx="402336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9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my-mgmt298d-app/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56032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</a:t>
            </a:r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FastAPI server — your backend logic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97180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</a:t>
            </a:r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The entire frontend UI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38328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</a:t>
            </a:r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Python packages Railway needs to install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79476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</a:t>
            </a:r>
            <a:pPr indent="0" marL="0">
              <a:buNone/>
            </a:pPr>
            <a:r>
              <a:rPr lang="en-US" sz="9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Procfile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Tells Railway how to start the server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5079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Procfile content:  web: uvicorn main:app --host 0.0.0.0 --port $PORT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261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— Live Hosting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GitHub repo once — Railway handles the rest. Every push rebuilds your app in ~60 seconds.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5856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0" y="2258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railway.app with GitHub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1576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2715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→ Deploy from GitHub Repo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17296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3172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repo — Railway reads your Procfile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63016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36301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~60s — Railway installs packages and starts the server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0" y="4087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public URL: your-app.up.railway.app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690872"/>
            <a:ext cx="4114800" cy="77724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6908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loop: </a:t>
            </a:r>
            <a:pPr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 → push to GitHub → Railway auto-redeploys in ~60s. No manual steps.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6: LLM as Your Coding Partner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or ChatGPT writes the code — you direct and deploy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651760" cy="64008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441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A: Generate the Backend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app idea in 2–3 sentences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input fields (text, dropdown, file)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output fields (summary, score, JSON)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"Use FastAPI + Gemini API with this API key: …"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requirements.txt and Procfile too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123444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234440"/>
            <a:ext cx="2651760" cy="6400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3441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B: Generate the Frontend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1810512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endpoint signature (POST /analyze + fields)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"Match the UCLA Anderson style — blue #2774AE header, gold #FFD100 accent"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vanilla JS only — no React, no npm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loading spinner and error handling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everything in a single index.html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23444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234440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3441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C: Fix &amp; Iterate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89320" y="1810512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full error: "My app gives this error: [paste]"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add a second feature or comparison tab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make the output more structured (force JSON)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improve the prompt sent to Gemini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— LLMs are patient co-developers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architect. The LLM is the coder. You decide what to build — it handles the syntax.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live app — the full workflow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" y="1600200"/>
            <a:ext cx="1188720" cy="118872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" y="1673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CCE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" y="23500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app concept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71016" y="2194560"/>
            <a:ext cx="31089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618488" y="1600200"/>
            <a:ext cx="1188720" cy="1188720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18488" y="1673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CCE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18488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18488" y="23500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for main.py + index.html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43784" y="2194560"/>
            <a:ext cx="31089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91256" y="1600200"/>
            <a:ext cx="118872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91256" y="1673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CCE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191256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91256" y="23500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locally: python main.py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16552" y="2194560"/>
            <a:ext cx="31089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64024" y="1600200"/>
            <a:ext cx="1188720" cy="1188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64024" y="1673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CCE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64024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64024" y="23500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4 files to your repo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89320" y="2194560"/>
            <a:ext cx="31089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36792" y="1600200"/>
            <a:ext cx="1188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36792" y="1673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CCE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36792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36792" y="23500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repo → live URL in 60s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62088" y="2194560"/>
            <a:ext cx="31089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909560" y="1600200"/>
            <a:ext cx="11887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909560" y="1673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CCEE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90956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09560" y="23500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prompt → push → redeploy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06324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4 deployment files: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34381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40280" y="34381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17720" y="3438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712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240280" y="3712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17720" y="37124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requests, calls Gemini, returns JSON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2402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1772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in the browser; uses fetch() to call the API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240280" y="4334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17720" y="4334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pip-installs these before starting the server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4645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Procfile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240280" y="4645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command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17720" y="4645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main:app --host 0.0.0.0 --port $PORT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MGMT298D · SCIENCE AND STRATEGY OF AI · UCLA ANDERSON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6362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business idea that uses an LLM to analyze, summarize, or evaluate 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756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1305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or ChatGPT to generate main.py and index.html from the guide prompts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4261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4 files to a public GitHub repository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954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26440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Railway and get a live public URL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76472"/>
            <a:ext cx="822960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7647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8313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Railway URL + GitHub link + 1-paragraph reflection on your prompt strategy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FD100">
              <a:alpha val="15000"/>
            </a:srgbClr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 </a:t>
            </a:r>
            <a:pPr indent="0" marL="0">
              <a:buNone/>
            </a:pPr>
            <a:r>
              <a:rPr lang="en-US" sz="1100" dirty="0">
                <a:solidFill>
                  <a:srgbClr val="D0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scaffolding guide (STUDENT_APP_GUIDE.md) has copy-paste prompts for every step. Start from Prompt A and iterate.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Building AI Web Apps</dc:title>
  <dc:subject>PptxGenJS Presentation</dc:subject>
  <dc:creator>UCLA Anderson MGMT298D</dc:creator>
  <cp:lastModifiedBy>UCLA Anderson MGMT298D</cp:lastModifiedBy>
  <cp:revision>1</cp:revision>
  <dcterms:created xsi:type="dcterms:W3CDTF">2026-02-20T01:58:50Z</dcterms:created>
  <dcterms:modified xsi:type="dcterms:W3CDTF">2026-02-20T01:58:50Z</dcterms:modified>
</cp:coreProperties>
</file>